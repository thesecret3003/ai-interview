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62" r:id="rId4"/>
    <p:sldId id="263" r:id="rId5"/>
  </p:sldIdLst>
  <p:sldSz cx="18288000" cy="10287000"/>
  <p:notesSz cx="6858000" cy="9144000"/>
  <p:embeddedFontLst>
    <p:embeddedFont>
      <p:font typeface="Gotham Bold" pitchFamily="2" charset="0"/>
      <p:regular r:id="rId6"/>
      <p:bold r:id="rId7"/>
    </p:embeddedFont>
    <p:embeddedFont>
      <p:font typeface="ITC Avant Garde Gothic Bold" panose="020B0802020202020204" pitchFamily="34" charset="77"/>
      <p:regular r:id="rId8"/>
      <p:bold r:id="rId9"/>
    </p:embeddedFont>
    <p:embeddedFont>
      <p:font typeface="Open Sauce Bold" pitchFamily="2" charset="77"/>
      <p:regular r:id="rId10"/>
      <p:bold r:id="rId11"/>
    </p:embeddedFont>
    <p:embeddedFont>
      <p:font typeface="Play" pitchFamily="2" charset="0"/>
      <p:regular r:id="rId12"/>
    </p:embeddedFont>
    <p:embeddedFont>
      <p:font typeface="Play Bold" pitchFamily="2" charset="0"/>
      <p:regular r:id="rId13"/>
      <p:bold r:id="rId14"/>
    </p:embeddedFont>
    <p:embeddedFont>
      <p:font typeface="Tahoma" panose="020B0604030504040204" pitchFamily="34" charset="0"/>
      <p:regular r:id="rId15"/>
      <p:bold r:id="rId16"/>
    </p:embeddedFont>
    <p:embeddedFont>
      <p:font typeface="Trebuchet MS" panose="020B0703020202090204" pitchFamily="34" charset="0"/>
      <p:regular r:id="rId17"/>
      <p:bold r:id="rId18"/>
      <p: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8" autoAdjust="0"/>
    <p:restoredTop sz="94589" autoAdjust="0"/>
  </p:normalViewPr>
  <p:slideViewPr>
    <p:cSldViewPr>
      <p:cViewPr varScale="1">
        <p:scale>
          <a:sx n="80" d="100"/>
          <a:sy n="80" d="100"/>
        </p:scale>
        <p:origin x="87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font" Target="fonts/font10.fntdata"/><Relationship Id="rId23" Type="http://schemas.openxmlformats.org/officeDocument/2006/relationships/tableStyles" Target="tableStyles.xml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03CD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7912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905735" y="9258300"/>
            <a:ext cx="4833563" cy="4114800"/>
          </a:xfrm>
          <a:custGeom>
            <a:avLst/>
            <a:gdLst/>
            <a:ahLst/>
            <a:cxnLst/>
            <a:rect l="l" t="t" r="r" b="b"/>
            <a:pathLst>
              <a:path w="4833563" h="4114800">
                <a:moveTo>
                  <a:pt x="0" y="0"/>
                </a:moveTo>
                <a:lnTo>
                  <a:pt x="4833563" y="0"/>
                </a:lnTo>
                <a:lnTo>
                  <a:pt x="48335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705186" y="-3020796"/>
            <a:ext cx="4833563" cy="4114800"/>
          </a:xfrm>
          <a:custGeom>
            <a:avLst/>
            <a:gdLst/>
            <a:ahLst/>
            <a:cxnLst/>
            <a:rect l="l" t="t" r="r" b="b"/>
            <a:pathLst>
              <a:path w="4833563" h="4114800">
                <a:moveTo>
                  <a:pt x="0" y="0"/>
                </a:moveTo>
                <a:lnTo>
                  <a:pt x="4833564" y="0"/>
                </a:lnTo>
                <a:lnTo>
                  <a:pt x="48335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7732114" y="2810366"/>
            <a:ext cx="8837917" cy="4858806"/>
            <a:chOff x="0" y="38100"/>
            <a:chExt cx="11783890" cy="6478409"/>
          </a:xfrm>
        </p:grpSpPr>
        <p:sp>
          <p:nvSpPr>
            <p:cNvPr id="8" name="TextBox 8"/>
            <p:cNvSpPr txBox="1"/>
            <p:nvPr/>
          </p:nvSpPr>
          <p:spPr>
            <a:xfrm>
              <a:off x="0" y="38100"/>
              <a:ext cx="8781362" cy="2083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038"/>
                </a:lnSpc>
              </a:pPr>
              <a:r>
                <a:rPr lang="en-US" sz="10456" b="1">
                  <a:solidFill>
                    <a:srgbClr val="044971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Artificial 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730447"/>
              <a:ext cx="11783890" cy="27860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901"/>
                </a:lnSpc>
              </a:pPr>
              <a:r>
                <a:rPr lang="en-US" sz="8230" b="1" dirty="0">
                  <a:solidFill>
                    <a:srgbClr val="044971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Project Service Proposal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881016"/>
              <a:ext cx="11783890" cy="2083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038"/>
                </a:lnSpc>
              </a:pPr>
              <a:r>
                <a:rPr lang="en-US" sz="10456" b="1">
                  <a:solidFill>
                    <a:srgbClr val="19C8F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Intelligence 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3040988" y="2781791"/>
            <a:ext cx="3930586" cy="5545800"/>
          </a:xfrm>
          <a:custGeom>
            <a:avLst/>
            <a:gdLst/>
            <a:ahLst/>
            <a:cxnLst/>
            <a:rect l="l" t="t" r="r" b="b"/>
            <a:pathLst>
              <a:path w="3930586" h="5545800">
                <a:moveTo>
                  <a:pt x="0" y="0"/>
                </a:moveTo>
                <a:lnTo>
                  <a:pt x="3930586" y="0"/>
                </a:lnTo>
                <a:lnTo>
                  <a:pt x="3930586" y="5545799"/>
                </a:lnTo>
                <a:lnTo>
                  <a:pt x="0" y="5545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886775" flipV="1">
            <a:off x="17002623" y="126775"/>
            <a:ext cx="4833563" cy="4114800"/>
          </a:xfrm>
          <a:custGeom>
            <a:avLst/>
            <a:gdLst/>
            <a:ahLst/>
            <a:cxnLst/>
            <a:rect l="l" t="t" r="r" b="b"/>
            <a:pathLst>
              <a:path w="4833563" h="4114800">
                <a:moveTo>
                  <a:pt x="0" y="4114800"/>
                </a:moveTo>
                <a:lnTo>
                  <a:pt x="4833563" y="4114800"/>
                </a:lnTo>
                <a:lnTo>
                  <a:pt x="4833563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45243" y="513678"/>
            <a:ext cx="6485040" cy="1029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64"/>
              </a:lnSpc>
              <a:spcBef>
                <a:spcPct val="0"/>
              </a:spcBef>
            </a:pPr>
            <a:r>
              <a:rPr lang="en-US" sz="6260" b="1" dirty="0">
                <a:solidFill>
                  <a:srgbClr val="013DDF"/>
                </a:solidFill>
                <a:latin typeface="Play Bold"/>
                <a:ea typeface="Play Bold"/>
                <a:cs typeface="Play Bold"/>
                <a:sym typeface="Play Bold"/>
              </a:rPr>
              <a:t>Project </a:t>
            </a:r>
            <a:r>
              <a:rPr lang="en-US" sz="6260" dirty="0">
                <a:solidFill>
                  <a:srgbClr val="EBAF33"/>
                </a:solidFill>
                <a:latin typeface="Play"/>
                <a:ea typeface="Play"/>
                <a:cs typeface="Play"/>
                <a:sym typeface="Play"/>
              </a:rPr>
              <a:t>Scope</a:t>
            </a:r>
          </a:p>
        </p:txBody>
      </p:sp>
      <p:sp>
        <p:nvSpPr>
          <p:cNvPr id="9" name="Freeform 9"/>
          <p:cNvSpPr/>
          <p:nvPr/>
        </p:nvSpPr>
        <p:spPr>
          <a:xfrm>
            <a:off x="1633160" y="1866900"/>
            <a:ext cx="6672640" cy="1222678"/>
          </a:xfrm>
          <a:custGeom>
            <a:avLst/>
            <a:gdLst/>
            <a:ahLst/>
            <a:cxnLst/>
            <a:rect l="l" t="t" r="r" b="b"/>
            <a:pathLst>
              <a:path w="6165778" h="1222678">
                <a:moveTo>
                  <a:pt x="0" y="0"/>
                </a:moveTo>
                <a:lnTo>
                  <a:pt x="6165779" y="0"/>
                </a:lnTo>
                <a:lnTo>
                  <a:pt x="6165779" y="1222678"/>
                </a:lnTo>
                <a:lnTo>
                  <a:pt x="0" y="12226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4111" r="-15261" b="-3571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895600" y="2296220"/>
            <a:ext cx="4799071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13"/>
              </a:lnSpc>
            </a:pPr>
            <a:r>
              <a:rPr lang="en-US" sz="1781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Modul Form </a:t>
            </a:r>
            <a:r>
              <a:rPr lang="en-US" sz="1781" b="1" dirty="0" err="1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Identitas</a:t>
            </a:r>
            <a:r>
              <a:rPr lang="en-US" sz="1781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1781" b="1" dirty="0" err="1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Kandidat</a:t>
            </a:r>
            <a:endParaRPr lang="en-US" sz="1781" b="1" dirty="0">
              <a:solidFill>
                <a:srgbClr val="00336B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2175680" y="2117990"/>
            <a:ext cx="613141" cy="613141"/>
          </a:xfrm>
          <a:custGeom>
            <a:avLst/>
            <a:gdLst/>
            <a:ahLst/>
            <a:cxnLst/>
            <a:rect l="l" t="t" r="r" b="b"/>
            <a:pathLst>
              <a:path w="613141" h="613141">
                <a:moveTo>
                  <a:pt x="0" y="0"/>
                </a:moveTo>
                <a:lnTo>
                  <a:pt x="613141" y="0"/>
                </a:lnTo>
                <a:lnTo>
                  <a:pt x="613141" y="613140"/>
                </a:lnTo>
                <a:lnTo>
                  <a:pt x="0" y="613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6105211" y="3981345"/>
            <a:ext cx="329904" cy="306811"/>
          </a:xfrm>
          <a:custGeom>
            <a:avLst/>
            <a:gdLst/>
            <a:ahLst/>
            <a:cxnLst/>
            <a:rect l="l" t="t" r="r" b="b"/>
            <a:pathLst>
              <a:path w="329904" h="306811">
                <a:moveTo>
                  <a:pt x="0" y="0"/>
                </a:moveTo>
                <a:lnTo>
                  <a:pt x="329905" y="0"/>
                </a:lnTo>
                <a:lnTo>
                  <a:pt x="329905" y="306811"/>
                </a:lnTo>
                <a:lnTo>
                  <a:pt x="0" y="306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33160" y="3292945"/>
            <a:ext cx="6672639" cy="1222678"/>
          </a:xfrm>
          <a:custGeom>
            <a:avLst/>
            <a:gdLst/>
            <a:ahLst/>
            <a:cxnLst/>
            <a:rect l="l" t="t" r="r" b="b"/>
            <a:pathLst>
              <a:path w="6165778" h="1222678">
                <a:moveTo>
                  <a:pt x="0" y="0"/>
                </a:moveTo>
                <a:lnTo>
                  <a:pt x="6165779" y="0"/>
                </a:lnTo>
                <a:lnTo>
                  <a:pt x="6165779" y="1222678"/>
                </a:lnTo>
                <a:lnTo>
                  <a:pt x="0" y="12226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4111" r="-15261" b="-3571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897130" y="3570173"/>
            <a:ext cx="4086261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2"/>
              </a:lnSpc>
            </a:pPr>
            <a:r>
              <a:rPr lang="en-US" sz="2081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Modul </a:t>
            </a:r>
            <a:r>
              <a:rPr lang="en-US" sz="2081" b="1" dirty="0" err="1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Analisis</a:t>
            </a:r>
            <a:r>
              <a:rPr lang="en-US" sz="2081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CV dan Scoring by AI</a:t>
            </a:r>
          </a:p>
        </p:txBody>
      </p:sp>
      <p:sp>
        <p:nvSpPr>
          <p:cNvPr id="16" name="Freeform 16"/>
          <p:cNvSpPr/>
          <p:nvPr/>
        </p:nvSpPr>
        <p:spPr>
          <a:xfrm>
            <a:off x="2175680" y="3544034"/>
            <a:ext cx="613141" cy="613141"/>
          </a:xfrm>
          <a:custGeom>
            <a:avLst/>
            <a:gdLst/>
            <a:ahLst/>
            <a:cxnLst/>
            <a:rect l="l" t="t" r="r" b="b"/>
            <a:pathLst>
              <a:path w="613141" h="613141">
                <a:moveTo>
                  <a:pt x="0" y="0"/>
                </a:moveTo>
                <a:lnTo>
                  <a:pt x="613141" y="0"/>
                </a:lnTo>
                <a:lnTo>
                  <a:pt x="613141" y="613141"/>
                </a:lnTo>
                <a:lnTo>
                  <a:pt x="0" y="613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633161" y="4715648"/>
            <a:ext cx="6672638" cy="1222678"/>
          </a:xfrm>
          <a:custGeom>
            <a:avLst/>
            <a:gdLst/>
            <a:ahLst/>
            <a:cxnLst/>
            <a:rect l="l" t="t" r="r" b="b"/>
            <a:pathLst>
              <a:path w="6165778" h="1222678">
                <a:moveTo>
                  <a:pt x="0" y="0"/>
                </a:moveTo>
                <a:lnTo>
                  <a:pt x="6165779" y="0"/>
                </a:lnTo>
                <a:lnTo>
                  <a:pt x="6165779" y="1222678"/>
                </a:lnTo>
                <a:lnTo>
                  <a:pt x="0" y="12226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4111" r="-15261" b="-357100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2926348" y="5121057"/>
            <a:ext cx="4086261" cy="283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52"/>
              </a:lnSpc>
            </a:pPr>
            <a:r>
              <a:rPr lang="en-US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UI Interview </a:t>
            </a:r>
            <a:r>
              <a:rPr lang="en-US" b="1" dirty="0" err="1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Kandidat</a:t>
            </a:r>
            <a:endParaRPr lang="en-US" b="1" dirty="0">
              <a:solidFill>
                <a:srgbClr val="00336B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2175680" y="4966737"/>
            <a:ext cx="613141" cy="613141"/>
          </a:xfrm>
          <a:custGeom>
            <a:avLst/>
            <a:gdLst/>
            <a:ahLst/>
            <a:cxnLst/>
            <a:rect l="l" t="t" r="r" b="b"/>
            <a:pathLst>
              <a:path w="613141" h="613141">
                <a:moveTo>
                  <a:pt x="0" y="0"/>
                </a:moveTo>
                <a:lnTo>
                  <a:pt x="613141" y="0"/>
                </a:lnTo>
                <a:lnTo>
                  <a:pt x="613141" y="613141"/>
                </a:lnTo>
                <a:lnTo>
                  <a:pt x="0" y="613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1700403" y="2670975"/>
            <a:ext cx="2622776" cy="4304018"/>
            <a:chOff x="0" y="0"/>
            <a:chExt cx="583193" cy="95702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83193" cy="957029"/>
            </a:xfrm>
            <a:custGeom>
              <a:avLst/>
              <a:gdLst/>
              <a:ahLst/>
              <a:cxnLst/>
              <a:rect l="l" t="t" r="r" b="b"/>
              <a:pathLst>
                <a:path w="583193" h="957029">
                  <a:moveTo>
                    <a:pt x="141687" y="0"/>
                  </a:moveTo>
                  <a:lnTo>
                    <a:pt x="441506" y="0"/>
                  </a:lnTo>
                  <a:cubicBezTo>
                    <a:pt x="519758" y="0"/>
                    <a:pt x="583193" y="63435"/>
                    <a:pt x="583193" y="141687"/>
                  </a:cubicBezTo>
                  <a:lnTo>
                    <a:pt x="583193" y="815343"/>
                  </a:lnTo>
                  <a:cubicBezTo>
                    <a:pt x="583193" y="852920"/>
                    <a:pt x="568265" y="888959"/>
                    <a:pt x="541694" y="915530"/>
                  </a:cubicBezTo>
                  <a:cubicBezTo>
                    <a:pt x="515123" y="942102"/>
                    <a:pt x="479084" y="957029"/>
                    <a:pt x="441506" y="957029"/>
                  </a:cubicBezTo>
                  <a:lnTo>
                    <a:pt x="141687" y="957029"/>
                  </a:lnTo>
                  <a:cubicBezTo>
                    <a:pt x="63435" y="957029"/>
                    <a:pt x="0" y="893594"/>
                    <a:pt x="0" y="815343"/>
                  </a:cubicBezTo>
                  <a:lnTo>
                    <a:pt x="0" y="141687"/>
                  </a:lnTo>
                  <a:cubicBezTo>
                    <a:pt x="0" y="104109"/>
                    <a:pt x="14928" y="68070"/>
                    <a:pt x="41499" y="41499"/>
                  </a:cubicBezTo>
                  <a:cubicBezTo>
                    <a:pt x="68070" y="14928"/>
                    <a:pt x="104109" y="0"/>
                    <a:pt x="14168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37992">
                    <a:alpha val="100000"/>
                  </a:srgbClr>
                </a:gs>
                <a:gs pos="100000">
                  <a:srgbClr val="437992">
                    <a:alpha val="25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583193" cy="9760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4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12533592" y="3341335"/>
            <a:ext cx="933888" cy="3694597"/>
            <a:chOff x="0" y="0"/>
            <a:chExt cx="207657" cy="82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7657" cy="821520"/>
            </a:xfrm>
            <a:custGeom>
              <a:avLst/>
              <a:gdLst/>
              <a:ahLst/>
              <a:cxnLst/>
              <a:rect l="l" t="t" r="r" b="b"/>
              <a:pathLst>
                <a:path w="207657" h="821520">
                  <a:moveTo>
                    <a:pt x="103828" y="0"/>
                  </a:moveTo>
                  <a:lnTo>
                    <a:pt x="103828" y="0"/>
                  </a:lnTo>
                  <a:cubicBezTo>
                    <a:pt x="161171" y="0"/>
                    <a:pt x="207657" y="46486"/>
                    <a:pt x="207657" y="103828"/>
                  </a:cubicBezTo>
                  <a:lnTo>
                    <a:pt x="207657" y="717692"/>
                  </a:lnTo>
                  <a:cubicBezTo>
                    <a:pt x="207657" y="775035"/>
                    <a:pt x="161171" y="821520"/>
                    <a:pt x="103828" y="821520"/>
                  </a:cubicBezTo>
                  <a:lnTo>
                    <a:pt x="103828" y="821520"/>
                  </a:lnTo>
                  <a:cubicBezTo>
                    <a:pt x="46486" y="821520"/>
                    <a:pt x="0" y="775035"/>
                    <a:pt x="0" y="717692"/>
                  </a:cubicBezTo>
                  <a:lnTo>
                    <a:pt x="0" y="103828"/>
                  </a:lnTo>
                  <a:cubicBezTo>
                    <a:pt x="0" y="46486"/>
                    <a:pt x="46486" y="0"/>
                    <a:pt x="10382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207657" cy="84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4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401344" y="5036298"/>
            <a:ext cx="3130855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lang="en-ID" sz="3200" b="1" spc="-125" dirty="0">
                <a:solidFill>
                  <a:srgbClr val="497C94"/>
                </a:solidFill>
                <a:latin typeface="Trebuchet MS"/>
                <a:cs typeface="Trebuchet MS"/>
              </a:rPr>
              <a:t>±2</a:t>
            </a:r>
            <a:r>
              <a:rPr lang="en-ID" sz="3200" b="1" spc="-40" dirty="0">
                <a:solidFill>
                  <a:srgbClr val="497C94"/>
                </a:solidFill>
                <a:latin typeface="Trebuchet MS"/>
                <a:cs typeface="Trebuchet MS"/>
              </a:rPr>
              <a:t> </a:t>
            </a:r>
            <a:r>
              <a:rPr lang="en-ID" sz="3200" b="1" spc="80" dirty="0">
                <a:solidFill>
                  <a:srgbClr val="497C94"/>
                </a:solidFill>
                <a:latin typeface="Trebuchet MS"/>
                <a:cs typeface="Trebuchet MS"/>
              </a:rPr>
              <a:t>Bulan</a:t>
            </a:r>
            <a:endParaRPr lang="en-ID" sz="3200" dirty="0">
              <a:latin typeface="Trebuchet MS"/>
              <a:cs typeface="Trebuchet M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678509" y="3732142"/>
            <a:ext cx="2576524" cy="74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3"/>
              </a:lnSpc>
            </a:pPr>
            <a:r>
              <a:rPr lang="en-US" sz="3025" b="1" spc="-3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Durasi Waktu</a:t>
            </a:r>
          </a:p>
        </p:txBody>
      </p:sp>
      <p:sp>
        <p:nvSpPr>
          <p:cNvPr id="37" name="Freeform 9">
            <a:extLst>
              <a:ext uri="{FF2B5EF4-FFF2-40B4-BE49-F238E27FC236}">
                <a16:creationId xmlns:a16="http://schemas.microsoft.com/office/drawing/2014/main" id="{4934C159-473A-3A5D-BD77-A5DD6B0FA47B}"/>
              </a:ext>
            </a:extLst>
          </p:cNvPr>
          <p:cNvSpPr/>
          <p:nvPr/>
        </p:nvSpPr>
        <p:spPr>
          <a:xfrm>
            <a:off x="1600200" y="6134100"/>
            <a:ext cx="6672640" cy="1222678"/>
          </a:xfrm>
          <a:custGeom>
            <a:avLst/>
            <a:gdLst/>
            <a:ahLst/>
            <a:cxnLst/>
            <a:rect l="l" t="t" r="r" b="b"/>
            <a:pathLst>
              <a:path w="6165778" h="1222678">
                <a:moveTo>
                  <a:pt x="0" y="0"/>
                </a:moveTo>
                <a:lnTo>
                  <a:pt x="6165779" y="0"/>
                </a:lnTo>
                <a:lnTo>
                  <a:pt x="6165779" y="1222678"/>
                </a:lnTo>
                <a:lnTo>
                  <a:pt x="0" y="12226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4111" r="-15261" b="-3571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D5BC940F-C0F3-2CE4-5D46-E90B0281E493}"/>
              </a:ext>
            </a:extLst>
          </p:cNvPr>
          <p:cNvSpPr txBox="1"/>
          <p:nvPr/>
        </p:nvSpPr>
        <p:spPr>
          <a:xfrm>
            <a:off x="2859071" y="6563420"/>
            <a:ext cx="4799071" cy="256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13"/>
              </a:lnSpc>
            </a:pPr>
            <a:r>
              <a:rPr lang="en-US" sz="1781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Modul Interview and Scoring by AI</a:t>
            </a:r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21609467-9B14-CF69-AA99-424757414AE6}"/>
              </a:ext>
            </a:extLst>
          </p:cNvPr>
          <p:cNvSpPr/>
          <p:nvPr/>
        </p:nvSpPr>
        <p:spPr>
          <a:xfrm>
            <a:off x="2142720" y="6385190"/>
            <a:ext cx="613141" cy="613141"/>
          </a:xfrm>
          <a:custGeom>
            <a:avLst/>
            <a:gdLst/>
            <a:ahLst/>
            <a:cxnLst/>
            <a:rect l="l" t="t" r="r" b="b"/>
            <a:pathLst>
              <a:path w="613141" h="613141">
                <a:moveTo>
                  <a:pt x="0" y="0"/>
                </a:moveTo>
                <a:lnTo>
                  <a:pt x="613141" y="0"/>
                </a:lnTo>
                <a:lnTo>
                  <a:pt x="613141" y="613140"/>
                </a:lnTo>
                <a:lnTo>
                  <a:pt x="0" y="613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12">
            <a:extLst>
              <a:ext uri="{FF2B5EF4-FFF2-40B4-BE49-F238E27FC236}">
                <a16:creationId xmlns:a16="http://schemas.microsoft.com/office/drawing/2014/main" id="{7903874D-BC6E-CA8D-55FA-4A59A246C438}"/>
              </a:ext>
            </a:extLst>
          </p:cNvPr>
          <p:cNvSpPr/>
          <p:nvPr/>
        </p:nvSpPr>
        <p:spPr>
          <a:xfrm>
            <a:off x="6072251" y="8248545"/>
            <a:ext cx="329904" cy="306811"/>
          </a:xfrm>
          <a:custGeom>
            <a:avLst/>
            <a:gdLst/>
            <a:ahLst/>
            <a:cxnLst/>
            <a:rect l="l" t="t" r="r" b="b"/>
            <a:pathLst>
              <a:path w="329904" h="306811">
                <a:moveTo>
                  <a:pt x="0" y="0"/>
                </a:moveTo>
                <a:lnTo>
                  <a:pt x="329905" y="0"/>
                </a:lnTo>
                <a:lnTo>
                  <a:pt x="329905" y="306811"/>
                </a:lnTo>
                <a:lnTo>
                  <a:pt x="0" y="306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14">
            <a:extLst>
              <a:ext uri="{FF2B5EF4-FFF2-40B4-BE49-F238E27FC236}">
                <a16:creationId xmlns:a16="http://schemas.microsoft.com/office/drawing/2014/main" id="{955E62B1-38FB-4675-0E10-70E0E5C7A2E3}"/>
              </a:ext>
            </a:extLst>
          </p:cNvPr>
          <p:cNvSpPr/>
          <p:nvPr/>
        </p:nvSpPr>
        <p:spPr>
          <a:xfrm>
            <a:off x="1600200" y="7560145"/>
            <a:ext cx="6672639" cy="1222678"/>
          </a:xfrm>
          <a:custGeom>
            <a:avLst/>
            <a:gdLst/>
            <a:ahLst/>
            <a:cxnLst/>
            <a:rect l="l" t="t" r="r" b="b"/>
            <a:pathLst>
              <a:path w="6165778" h="1222678">
                <a:moveTo>
                  <a:pt x="0" y="0"/>
                </a:moveTo>
                <a:lnTo>
                  <a:pt x="6165779" y="0"/>
                </a:lnTo>
                <a:lnTo>
                  <a:pt x="6165779" y="1222678"/>
                </a:lnTo>
                <a:lnTo>
                  <a:pt x="0" y="12226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4111" r="-15261" b="-3571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932ECE0D-27D9-6BB1-4F61-E5B33E969FEA}"/>
              </a:ext>
            </a:extLst>
          </p:cNvPr>
          <p:cNvSpPr txBox="1"/>
          <p:nvPr/>
        </p:nvSpPr>
        <p:spPr>
          <a:xfrm>
            <a:off x="2926348" y="7822678"/>
            <a:ext cx="446505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52"/>
              </a:lnSpc>
            </a:pPr>
            <a:r>
              <a:rPr lang="en-US" sz="2081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Dashboard </a:t>
            </a:r>
            <a:r>
              <a:rPr lang="en-US" sz="2081" b="1" dirty="0" err="1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pembuatan</a:t>
            </a:r>
            <a:r>
              <a:rPr lang="en-US" sz="2081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081" b="1" dirty="0" err="1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lowongan</a:t>
            </a:r>
            <a:r>
              <a:rPr lang="en-US" sz="2081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dan </a:t>
            </a:r>
            <a:r>
              <a:rPr lang="en-US" sz="2081" b="1" dirty="0" err="1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deskripsi</a:t>
            </a:r>
            <a:r>
              <a:rPr lang="en-US" sz="2081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081" b="1" dirty="0" err="1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pekerjaan</a:t>
            </a:r>
            <a:endParaRPr lang="en-US" sz="2081" b="1" dirty="0">
              <a:solidFill>
                <a:srgbClr val="00336B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3" name="Freeform 16">
            <a:extLst>
              <a:ext uri="{FF2B5EF4-FFF2-40B4-BE49-F238E27FC236}">
                <a16:creationId xmlns:a16="http://schemas.microsoft.com/office/drawing/2014/main" id="{DC618022-1B28-8352-CE5E-DE6F08422A3E}"/>
              </a:ext>
            </a:extLst>
          </p:cNvPr>
          <p:cNvSpPr/>
          <p:nvPr/>
        </p:nvSpPr>
        <p:spPr>
          <a:xfrm>
            <a:off x="2142720" y="7811234"/>
            <a:ext cx="613141" cy="613141"/>
          </a:xfrm>
          <a:custGeom>
            <a:avLst/>
            <a:gdLst/>
            <a:ahLst/>
            <a:cxnLst/>
            <a:rect l="l" t="t" r="r" b="b"/>
            <a:pathLst>
              <a:path w="613141" h="613141">
                <a:moveTo>
                  <a:pt x="0" y="0"/>
                </a:moveTo>
                <a:lnTo>
                  <a:pt x="613141" y="0"/>
                </a:lnTo>
                <a:lnTo>
                  <a:pt x="613141" y="613141"/>
                </a:lnTo>
                <a:lnTo>
                  <a:pt x="0" y="613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17">
            <a:extLst>
              <a:ext uri="{FF2B5EF4-FFF2-40B4-BE49-F238E27FC236}">
                <a16:creationId xmlns:a16="http://schemas.microsoft.com/office/drawing/2014/main" id="{32AC6924-110C-F04E-2E7B-1C1CC476658D}"/>
              </a:ext>
            </a:extLst>
          </p:cNvPr>
          <p:cNvSpPr/>
          <p:nvPr/>
        </p:nvSpPr>
        <p:spPr>
          <a:xfrm>
            <a:off x="1600201" y="8982848"/>
            <a:ext cx="6672638" cy="1222678"/>
          </a:xfrm>
          <a:custGeom>
            <a:avLst/>
            <a:gdLst/>
            <a:ahLst/>
            <a:cxnLst/>
            <a:rect l="l" t="t" r="r" b="b"/>
            <a:pathLst>
              <a:path w="6165778" h="1222678">
                <a:moveTo>
                  <a:pt x="0" y="0"/>
                </a:moveTo>
                <a:lnTo>
                  <a:pt x="6165779" y="0"/>
                </a:lnTo>
                <a:lnTo>
                  <a:pt x="6165779" y="1222678"/>
                </a:lnTo>
                <a:lnTo>
                  <a:pt x="0" y="12226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4111" r="-15261" b="-3571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18">
            <a:extLst>
              <a:ext uri="{FF2B5EF4-FFF2-40B4-BE49-F238E27FC236}">
                <a16:creationId xmlns:a16="http://schemas.microsoft.com/office/drawing/2014/main" id="{3B1ABB99-7EB7-0BA2-0C8F-5DB3A0B92C0B}"/>
              </a:ext>
            </a:extLst>
          </p:cNvPr>
          <p:cNvSpPr txBox="1"/>
          <p:nvPr/>
        </p:nvSpPr>
        <p:spPr>
          <a:xfrm>
            <a:off x="2950411" y="9255378"/>
            <a:ext cx="4086261" cy="5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52"/>
              </a:lnSpc>
            </a:pPr>
            <a:r>
              <a:rPr lang="en-US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Modul </a:t>
            </a:r>
            <a:r>
              <a:rPr lang="en-US" b="1" dirty="0" err="1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pembuatan</a:t>
            </a:r>
            <a:r>
              <a:rPr lang="en-US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soal</a:t>
            </a:r>
            <a:r>
              <a:rPr lang="en-US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dan </a:t>
            </a:r>
            <a:r>
              <a:rPr lang="en-US" b="1" dirty="0" err="1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kunci</a:t>
            </a:r>
            <a:r>
              <a:rPr lang="en-US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jawaban</a:t>
            </a:r>
            <a:r>
              <a:rPr lang="en-US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1" dirty="0" err="1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dari</a:t>
            </a:r>
            <a:r>
              <a:rPr lang="en-US" b="1" dirty="0">
                <a:solidFill>
                  <a:srgbClr val="0033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HRD</a:t>
            </a:r>
          </a:p>
        </p:txBody>
      </p:sp>
      <p:sp>
        <p:nvSpPr>
          <p:cNvPr id="46" name="Freeform 19">
            <a:extLst>
              <a:ext uri="{FF2B5EF4-FFF2-40B4-BE49-F238E27FC236}">
                <a16:creationId xmlns:a16="http://schemas.microsoft.com/office/drawing/2014/main" id="{DDDF098D-750F-9701-5344-D01F4C3F38ED}"/>
              </a:ext>
            </a:extLst>
          </p:cNvPr>
          <p:cNvSpPr/>
          <p:nvPr/>
        </p:nvSpPr>
        <p:spPr>
          <a:xfrm>
            <a:off x="2142720" y="9233937"/>
            <a:ext cx="613141" cy="613141"/>
          </a:xfrm>
          <a:custGeom>
            <a:avLst/>
            <a:gdLst/>
            <a:ahLst/>
            <a:cxnLst/>
            <a:rect l="l" t="t" r="r" b="b"/>
            <a:pathLst>
              <a:path w="613141" h="613141">
                <a:moveTo>
                  <a:pt x="0" y="0"/>
                </a:moveTo>
                <a:lnTo>
                  <a:pt x="613141" y="0"/>
                </a:lnTo>
                <a:lnTo>
                  <a:pt x="613141" y="613141"/>
                </a:lnTo>
                <a:lnTo>
                  <a:pt x="0" y="613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object 57">
            <a:extLst>
              <a:ext uri="{FF2B5EF4-FFF2-40B4-BE49-F238E27FC236}">
                <a16:creationId xmlns:a16="http://schemas.microsoft.com/office/drawing/2014/main" id="{4FC663B4-249B-6BE4-35AC-CBE845082B2C}"/>
              </a:ext>
            </a:extLst>
          </p:cNvPr>
          <p:cNvSpPr/>
          <p:nvPr/>
        </p:nvSpPr>
        <p:spPr>
          <a:xfrm>
            <a:off x="12173972" y="7451677"/>
            <a:ext cx="2607135" cy="646079"/>
          </a:xfrm>
          <a:custGeom>
            <a:avLst/>
            <a:gdLst/>
            <a:ahLst/>
            <a:cxnLst/>
            <a:rect l="l" t="t" r="r" b="b"/>
            <a:pathLst>
              <a:path w="2272029" h="399415">
                <a:moveTo>
                  <a:pt x="2072385" y="399180"/>
                </a:moveTo>
                <a:lnTo>
                  <a:pt x="199590" y="399180"/>
                </a:lnTo>
                <a:lnTo>
                  <a:pt x="153825" y="393908"/>
                </a:lnTo>
                <a:lnTo>
                  <a:pt x="111815" y="378893"/>
                </a:lnTo>
                <a:lnTo>
                  <a:pt x="74756" y="355332"/>
                </a:lnTo>
                <a:lnTo>
                  <a:pt x="43847" y="324423"/>
                </a:lnTo>
                <a:lnTo>
                  <a:pt x="20286" y="287364"/>
                </a:lnTo>
                <a:lnTo>
                  <a:pt x="5271" y="245354"/>
                </a:lnTo>
                <a:lnTo>
                  <a:pt x="0" y="199590"/>
                </a:lnTo>
                <a:lnTo>
                  <a:pt x="5271" y="153825"/>
                </a:lnTo>
                <a:lnTo>
                  <a:pt x="20286" y="111815"/>
                </a:lnTo>
                <a:lnTo>
                  <a:pt x="43847" y="74756"/>
                </a:lnTo>
                <a:lnTo>
                  <a:pt x="74756" y="43847"/>
                </a:lnTo>
                <a:lnTo>
                  <a:pt x="111815" y="20286"/>
                </a:lnTo>
                <a:lnTo>
                  <a:pt x="153825" y="5271"/>
                </a:lnTo>
                <a:lnTo>
                  <a:pt x="199590" y="0"/>
                </a:lnTo>
                <a:lnTo>
                  <a:pt x="2072385" y="0"/>
                </a:lnTo>
                <a:lnTo>
                  <a:pt x="2118149" y="5271"/>
                </a:lnTo>
                <a:lnTo>
                  <a:pt x="2160160" y="20286"/>
                </a:lnTo>
                <a:lnTo>
                  <a:pt x="2197219" y="43847"/>
                </a:lnTo>
                <a:lnTo>
                  <a:pt x="2228128" y="74756"/>
                </a:lnTo>
                <a:lnTo>
                  <a:pt x="2251689" y="111815"/>
                </a:lnTo>
                <a:lnTo>
                  <a:pt x="2266704" y="153825"/>
                </a:lnTo>
                <a:lnTo>
                  <a:pt x="2271975" y="199590"/>
                </a:lnTo>
                <a:lnTo>
                  <a:pt x="2266704" y="245354"/>
                </a:lnTo>
                <a:lnTo>
                  <a:pt x="2251689" y="287364"/>
                </a:lnTo>
                <a:lnTo>
                  <a:pt x="2228128" y="324423"/>
                </a:lnTo>
                <a:lnTo>
                  <a:pt x="2197219" y="355332"/>
                </a:lnTo>
                <a:lnTo>
                  <a:pt x="2160160" y="378893"/>
                </a:lnTo>
                <a:lnTo>
                  <a:pt x="2118149" y="393908"/>
                </a:lnTo>
                <a:lnTo>
                  <a:pt x="2072385" y="399180"/>
                </a:lnTo>
                <a:close/>
              </a:path>
            </a:pathLst>
          </a:custGeom>
          <a:solidFill>
            <a:srgbClr val="11368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5439568-67BA-DF92-1ADF-8A2C2FA3F421}"/>
              </a:ext>
            </a:extLst>
          </p:cNvPr>
          <p:cNvGrpSpPr/>
          <p:nvPr/>
        </p:nvGrpSpPr>
        <p:grpSpPr>
          <a:xfrm>
            <a:off x="11506200" y="7429500"/>
            <a:ext cx="703263" cy="668256"/>
            <a:chOff x="11107737" y="7505700"/>
            <a:chExt cx="454025" cy="454025"/>
          </a:xfrm>
        </p:grpSpPr>
        <p:sp>
          <p:nvSpPr>
            <p:cNvPr id="49" name="object 58">
              <a:extLst>
                <a:ext uri="{FF2B5EF4-FFF2-40B4-BE49-F238E27FC236}">
                  <a16:creationId xmlns:a16="http://schemas.microsoft.com/office/drawing/2014/main" id="{0A6B44A3-DA24-02E9-96B4-77BC57AB68DD}"/>
                </a:ext>
              </a:extLst>
            </p:cNvPr>
            <p:cNvSpPr/>
            <p:nvPr/>
          </p:nvSpPr>
          <p:spPr>
            <a:xfrm>
              <a:off x="11107737" y="7505700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226819" y="453640"/>
                  </a:moveTo>
                  <a:lnTo>
                    <a:pt x="181107" y="449031"/>
                  </a:lnTo>
                  <a:lnTo>
                    <a:pt x="138531" y="435815"/>
                  </a:lnTo>
                  <a:lnTo>
                    <a:pt x="100002" y="414902"/>
                  </a:lnTo>
                  <a:lnTo>
                    <a:pt x="66434" y="387205"/>
                  </a:lnTo>
                  <a:lnTo>
                    <a:pt x="38737" y="353637"/>
                  </a:lnTo>
                  <a:lnTo>
                    <a:pt x="17824" y="315108"/>
                  </a:lnTo>
                  <a:lnTo>
                    <a:pt x="4608" y="272532"/>
                  </a:lnTo>
                  <a:lnTo>
                    <a:pt x="0" y="226820"/>
                  </a:lnTo>
                  <a:lnTo>
                    <a:pt x="4608" y="181107"/>
                  </a:lnTo>
                  <a:lnTo>
                    <a:pt x="17824" y="138531"/>
                  </a:lnTo>
                  <a:lnTo>
                    <a:pt x="38737" y="100002"/>
                  </a:lnTo>
                  <a:lnTo>
                    <a:pt x="66434" y="66434"/>
                  </a:lnTo>
                  <a:lnTo>
                    <a:pt x="100002" y="38737"/>
                  </a:lnTo>
                  <a:lnTo>
                    <a:pt x="138531" y="17824"/>
                  </a:lnTo>
                  <a:lnTo>
                    <a:pt x="181107" y="4608"/>
                  </a:lnTo>
                  <a:lnTo>
                    <a:pt x="226819" y="0"/>
                  </a:lnTo>
                  <a:lnTo>
                    <a:pt x="272532" y="4608"/>
                  </a:lnTo>
                  <a:lnTo>
                    <a:pt x="315108" y="17824"/>
                  </a:lnTo>
                  <a:lnTo>
                    <a:pt x="353637" y="38737"/>
                  </a:lnTo>
                  <a:lnTo>
                    <a:pt x="387205" y="66434"/>
                  </a:lnTo>
                  <a:lnTo>
                    <a:pt x="414902" y="100002"/>
                  </a:lnTo>
                  <a:lnTo>
                    <a:pt x="435815" y="138531"/>
                  </a:lnTo>
                  <a:lnTo>
                    <a:pt x="449031" y="181107"/>
                  </a:lnTo>
                  <a:lnTo>
                    <a:pt x="453639" y="226820"/>
                  </a:lnTo>
                  <a:lnTo>
                    <a:pt x="449031" y="272532"/>
                  </a:lnTo>
                  <a:lnTo>
                    <a:pt x="435815" y="315108"/>
                  </a:lnTo>
                  <a:lnTo>
                    <a:pt x="414902" y="353637"/>
                  </a:lnTo>
                  <a:lnTo>
                    <a:pt x="387205" y="387205"/>
                  </a:lnTo>
                  <a:lnTo>
                    <a:pt x="353637" y="414902"/>
                  </a:lnTo>
                  <a:lnTo>
                    <a:pt x="315108" y="435815"/>
                  </a:lnTo>
                  <a:lnTo>
                    <a:pt x="272532" y="449031"/>
                  </a:lnTo>
                  <a:lnTo>
                    <a:pt x="226819" y="453640"/>
                  </a:lnTo>
                  <a:close/>
                </a:path>
              </a:pathLst>
            </a:custGeom>
            <a:solidFill>
              <a:srgbClr val="214D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9">
              <a:extLst>
                <a:ext uri="{FF2B5EF4-FFF2-40B4-BE49-F238E27FC236}">
                  <a16:creationId xmlns:a16="http://schemas.microsoft.com/office/drawing/2014/main" id="{A9C58F78-1B3E-549F-A89B-4702ED8AB9FF}"/>
                </a:ext>
              </a:extLst>
            </p:cNvPr>
            <p:cNvSpPr/>
            <p:nvPr/>
          </p:nvSpPr>
          <p:spPr>
            <a:xfrm>
              <a:off x="11201400" y="761623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198" y="266397"/>
                  </a:moveTo>
                  <a:lnTo>
                    <a:pt x="81350" y="255948"/>
                  </a:lnTo>
                  <a:lnTo>
                    <a:pt x="38982" y="227415"/>
                  </a:lnTo>
                  <a:lnTo>
                    <a:pt x="10449" y="185047"/>
                  </a:lnTo>
                  <a:lnTo>
                    <a:pt x="0" y="133198"/>
                  </a:lnTo>
                  <a:lnTo>
                    <a:pt x="2700" y="106363"/>
                  </a:lnTo>
                  <a:lnTo>
                    <a:pt x="22719" y="58707"/>
                  </a:lnTo>
                  <a:lnTo>
                    <a:pt x="58707" y="22719"/>
                  </a:lnTo>
                  <a:lnTo>
                    <a:pt x="106363" y="2700"/>
                  </a:lnTo>
                  <a:lnTo>
                    <a:pt x="133198" y="0"/>
                  </a:lnTo>
                  <a:lnTo>
                    <a:pt x="160034" y="2700"/>
                  </a:lnTo>
                  <a:lnTo>
                    <a:pt x="207690" y="22719"/>
                  </a:lnTo>
                  <a:lnTo>
                    <a:pt x="237718" y="50666"/>
                  </a:lnTo>
                  <a:lnTo>
                    <a:pt x="211907" y="70954"/>
                  </a:lnTo>
                  <a:lnTo>
                    <a:pt x="209464" y="67874"/>
                  </a:lnTo>
                  <a:lnTo>
                    <a:pt x="206915" y="65006"/>
                  </a:lnTo>
                  <a:lnTo>
                    <a:pt x="172261" y="40721"/>
                  </a:lnTo>
                  <a:lnTo>
                    <a:pt x="133198" y="32821"/>
                  </a:lnTo>
                  <a:lnTo>
                    <a:pt x="112970" y="34864"/>
                  </a:lnTo>
                  <a:lnTo>
                    <a:pt x="77095" y="49984"/>
                  </a:lnTo>
                  <a:lnTo>
                    <a:pt x="49984" y="77095"/>
                  </a:lnTo>
                  <a:lnTo>
                    <a:pt x="34864" y="112970"/>
                  </a:lnTo>
                  <a:lnTo>
                    <a:pt x="32821" y="133198"/>
                  </a:lnTo>
                  <a:lnTo>
                    <a:pt x="34864" y="153427"/>
                  </a:lnTo>
                  <a:lnTo>
                    <a:pt x="49984" y="189302"/>
                  </a:lnTo>
                  <a:lnTo>
                    <a:pt x="77095" y="216413"/>
                  </a:lnTo>
                  <a:lnTo>
                    <a:pt x="112970" y="231533"/>
                  </a:lnTo>
                  <a:lnTo>
                    <a:pt x="133198" y="233576"/>
                  </a:lnTo>
                  <a:lnTo>
                    <a:pt x="153427" y="231533"/>
                  </a:lnTo>
                  <a:lnTo>
                    <a:pt x="189302" y="216413"/>
                  </a:lnTo>
                  <a:lnTo>
                    <a:pt x="216413" y="189302"/>
                  </a:lnTo>
                  <a:lnTo>
                    <a:pt x="231533" y="153427"/>
                  </a:lnTo>
                  <a:lnTo>
                    <a:pt x="233576" y="133198"/>
                  </a:lnTo>
                  <a:lnTo>
                    <a:pt x="233576" y="130649"/>
                  </a:lnTo>
                  <a:lnTo>
                    <a:pt x="233363" y="125763"/>
                  </a:lnTo>
                  <a:lnTo>
                    <a:pt x="262892" y="102607"/>
                  </a:lnTo>
                  <a:lnTo>
                    <a:pt x="264381" y="110076"/>
                  </a:lnTo>
                  <a:lnTo>
                    <a:pt x="265481" y="117664"/>
                  </a:lnTo>
                  <a:lnTo>
                    <a:pt x="266163" y="125371"/>
                  </a:lnTo>
                  <a:lnTo>
                    <a:pt x="266397" y="133198"/>
                  </a:lnTo>
                  <a:lnTo>
                    <a:pt x="263697" y="160034"/>
                  </a:lnTo>
                  <a:lnTo>
                    <a:pt x="243678" y="207690"/>
                  </a:lnTo>
                  <a:lnTo>
                    <a:pt x="207690" y="243678"/>
                  </a:lnTo>
                  <a:lnTo>
                    <a:pt x="160034" y="263697"/>
                  </a:lnTo>
                  <a:lnTo>
                    <a:pt x="133198" y="266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60">
              <a:extLst>
                <a:ext uri="{FF2B5EF4-FFF2-40B4-BE49-F238E27FC236}">
                  <a16:creationId xmlns:a16="http://schemas.microsoft.com/office/drawing/2014/main" id="{D5A49025-09D8-60EC-0FA7-0345652DD75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61627" y="7660421"/>
              <a:ext cx="226353" cy="150087"/>
            </a:xfrm>
            <a:prstGeom prst="rect">
              <a:avLst/>
            </a:prstGeom>
          </p:spPr>
        </p:pic>
      </p:grpSp>
      <p:sp>
        <p:nvSpPr>
          <p:cNvPr id="52" name="object 61">
            <a:extLst>
              <a:ext uri="{FF2B5EF4-FFF2-40B4-BE49-F238E27FC236}">
                <a16:creationId xmlns:a16="http://schemas.microsoft.com/office/drawing/2014/main" id="{257A92ED-264B-A079-128A-353206B3C0D0}"/>
              </a:ext>
            </a:extLst>
          </p:cNvPr>
          <p:cNvSpPr txBox="1"/>
          <p:nvPr/>
        </p:nvSpPr>
        <p:spPr>
          <a:xfrm>
            <a:off x="11818451" y="6819900"/>
            <a:ext cx="1551940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50" b="1" spc="-10" dirty="0">
                <a:solidFill>
                  <a:srgbClr val="0C2A6F"/>
                </a:solidFill>
                <a:latin typeface="Trebuchet MS"/>
                <a:cs typeface="Trebuchet MS"/>
              </a:rPr>
              <a:t>INCLUDE:</a:t>
            </a:r>
            <a:endParaRPr sz="2650" dirty="0">
              <a:latin typeface="Trebuchet MS"/>
              <a:cs typeface="Trebuchet MS"/>
            </a:endParaRPr>
          </a:p>
        </p:txBody>
      </p:sp>
      <p:sp>
        <p:nvSpPr>
          <p:cNvPr id="58" name="object 67">
            <a:extLst>
              <a:ext uri="{FF2B5EF4-FFF2-40B4-BE49-F238E27FC236}">
                <a16:creationId xmlns:a16="http://schemas.microsoft.com/office/drawing/2014/main" id="{CE344C54-3BF6-B54C-FBA5-48229A2B318D}"/>
              </a:ext>
            </a:extLst>
          </p:cNvPr>
          <p:cNvSpPr txBox="1"/>
          <p:nvPr/>
        </p:nvSpPr>
        <p:spPr>
          <a:xfrm>
            <a:off x="12399064" y="7584221"/>
            <a:ext cx="2296371" cy="4616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450" b="1" dirty="0">
                <a:solidFill>
                  <a:srgbClr val="FFFFFF"/>
                </a:solidFill>
                <a:latin typeface="Trebuchet MS"/>
                <a:cs typeface="Trebuchet MS"/>
              </a:rPr>
              <a:t>MAINTENANCE  ON ISSUE (6 Months)</a:t>
            </a:r>
            <a:endParaRPr lang="en-ID" sz="1450" dirty="0">
              <a:latin typeface="Trebuchet MS"/>
              <a:cs typeface="Trebuchet MS"/>
            </a:endParaRPr>
          </a:p>
        </p:txBody>
      </p:sp>
      <p:sp>
        <p:nvSpPr>
          <p:cNvPr id="62" name="object 57">
            <a:extLst>
              <a:ext uri="{FF2B5EF4-FFF2-40B4-BE49-F238E27FC236}">
                <a16:creationId xmlns:a16="http://schemas.microsoft.com/office/drawing/2014/main" id="{C93E1693-E6F5-7E12-9D34-C788AF87CA6A}"/>
              </a:ext>
            </a:extLst>
          </p:cNvPr>
          <p:cNvSpPr/>
          <p:nvPr/>
        </p:nvSpPr>
        <p:spPr>
          <a:xfrm>
            <a:off x="12175665" y="8231221"/>
            <a:ext cx="2607135" cy="646079"/>
          </a:xfrm>
          <a:custGeom>
            <a:avLst/>
            <a:gdLst/>
            <a:ahLst/>
            <a:cxnLst/>
            <a:rect l="l" t="t" r="r" b="b"/>
            <a:pathLst>
              <a:path w="2272029" h="399415">
                <a:moveTo>
                  <a:pt x="2072385" y="399180"/>
                </a:moveTo>
                <a:lnTo>
                  <a:pt x="199590" y="399180"/>
                </a:lnTo>
                <a:lnTo>
                  <a:pt x="153825" y="393908"/>
                </a:lnTo>
                <a:lnTo>
                  <a:pt x="111815" y="378893"/>
                </a:lnTo>
                <a:lnTo>
                  <a:pt x="74756" y="355332"/>
                </a:lnTo>
                <a:lnTo>
                  <a:pt x="43847" y="324423"/>
                </a:lnTo>
                <a:lnTo>
                  <a:pt x="20286" y="287364"/>
                </a:lnTo>
                <a:lnTo>
                  <a:pt x="5271" y="245354"/>
                </a:lnTo>
                <a:lnTo>
                  <a:pt x="0" y="199590"/>
                </a:lnTo>
                <a:lnTo>
                  <a:pt x="5271" y="153825"/>
                </a:lnTo>
                <a:lnTo>
                  <a:pt x="20286" y="111815"/>
                </a:lnTo>
                <a:lnTo>
                  <a:pt x="43847" y="74756"/>
                </a:lnTo>
                <a:lnTo>
                  <a:pt x="74756" y="43847"/>
                </a:lnTo>
                <a:lnTo>
                  <a:pt x="111815" y="20286"/>
                </a:lnTo>
                <a:lnTo>
                  <a:pt x="153825" y="5271"/>
                </a:lnTo>
                <a:lnTo>
                  <a:pt x="199590" y="0"/>
                </a:lnTo>
                <a:lnTo>
                  <a:pt x="2072385" y="0"/>
                </a:lnTo>
                <a:lnTo>
                  <a:pt x="2118149" y="5271"/>
                </a:lnTo>
                <a:lnTo>
                  <a:pt x="2160160" y="20286"/>
                </a:lnTo>
                <a:lnTo>
                  <a:pt x="2197219" y="43847"/>
                </a:lnTo>
                <a:lnTo>
                  <a:pt x="2228128" y="74756"/>
                </a:lnTo>
                <a:lnTo>
                  <a:pt x="2251689" y="111815"/>
                </a:lnTo>
                <a:lnTo>
                  <a:pt x="2266704" y="153825"/>
                </a:lnTo>
                <a:lnTo>
                  <a:pt x="2271975" y="199590"/>
                </a:lnTo>
                <a:lnTo>
                  <a:pt x="2266704" y="245354"/>
                </a:lnTo>
                <a:lnTo>
                  <a:pt x="2251689" y="287364"/>
                </a:lnTo>
                <a:lnTo>
                  <a:pt x="2228128" y="324423"/>
                </a:lnTo>
                <a:lnTo>
                  <a:pt x="2197219" y="355332"/>
                </a:lnTo>
                <a:lnTo>
                  <a:pt x="2160160" y="378893"/>
                </a:lnTo>
                <a:lnTo>
                  <a:pt x="2118149" y="393908"/>
                </a:lnTo>
                <a:lnTo>
                  <a:pt x="2072385" y="399180"/>
                </a:lnTo>
                <a:close/>
              </a:path>
            </a:pathLst>
          </a:custGeom>
          <a:solidFill>
            <a:srgbClr val="11368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46498F3-16A3-EBA4-CF76-BC28804BD578}"/>
              </a:ext>
            </a:extLst>
          </p:cNvPr>
          <p:cNvGrpSpPr/>
          <p:nvPr/>
        </p:nvGrpSpPr>
        <p:grpSpPr>
          <a:xfrm>
            <a:off x="11507893" y="8209044"/>
            <a:ext cx="703263" cy="668256"/>
            <a:chOff x="11107737" y="7505700"/>
            <a:chExt cx="454025" cy="454025"/>
          </a:xfrm>
        </p:grpSpPr>
        <p:sp>
          <p:nvSpPr>
            <p:cNvPr id="64" name="object 58">
              <a:extLst>
                <a:ext uri="{FF2B5EF4-FFF2-40B4-BE49-F238E27FC236}">
                  <a16:creationId xmlns:a16="http://schemas.microsoft.com/office/drawing/2014/main" id="{BD2264BE-B9EE-61C6-FAED-5F224F785220}"/>
                </a:ext>
              </a:extLst>
            </p:cNvPr>
            <p:cNvSpPr/>
            <p:nvPr/>
          </p:nvSpPr>
          <p:spPr>
            <a:xfrm>
              <a:off x="11107737" y="7505700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>
                  <a:moveTo>
                    <a:pt x="226819" y="453640"/>
                  </a:moveTo>
                  <a:lnTo>
                    <a:pt x="181107" y="449031"/>
                  </a:lnTo>
                  <a:lnTo>
                    <a:pt x="138531" y="435815"/>
                  </a:lnTo>
                  <a:lnTo>
                    <a:pt x="100002" y="414902"/>
                  </a:lnTo>
                  <a:lnTo>
                    <a:pt x="66434" y="387205"/>
                  </a:lnTo>
                  <a:lnTo>
                    <a:pt x="38737" y="353637"/>
                  </a:lnTo>
                  <a:lnTo>
                    <a:pt x="17824" y="315108"/>
                  </a:lnTo>
                  <a:lnTo>
                    <a:pt x="4608" y="272532"/>
                  </a:lnTo>
                  <a:lnTo>
                    <a:pt x="0" y="226820"/>
                  </a:lnTo>
                  <a:lnTo>
                    <a:pt x="4608" y="181107"/>
                  </a:lnTo>
                  <a:lnTo>
                    <a:pt x="17824" y="138531"/>
                  </a:lnTo>
                  <a:lnTo>
                    <a:pt x="38737" y="100002"/>
                  </a:lnTo>
                  <a:lnTo>
                    <a:pt x="66434" y="66434"/>
                  </a:lnTo>
                  <a:lnTo>
                    <a:pt x="100002" y="38737"/>
                  </a:lnTo>
                  <a:lnTo>
                    <a:pt x="138531" y="17824"/>
                  </a:lnTo>
                  <a:lnTo>
                    <a:pt x="181107" y="4608"/>
                  </a:lnTo>
                  <a:lnTo>
                    <a:pt x="226819" y="0"/>
                  </a:lnTo>
                  <a:lnTo>
                    <a:pt x="272532" y="4608"/>
                  </a:lnTo>
                  <a:lnTo>
                    <a:pt x="315108" y="17824"/>
                  </a:lnTo>
                  <a:lnTo>
                    <a:pt x="353637" y="38737"/>
                  </a:lnTo>
                  <a:lnTo>
                    <a:pt x="387205" y="66434"/>
                  </a:lnTo>
                  <a:lnTo>
                    <a:pt x="414902" y="100002"/>
                  </a:lnTo>
                  <a:lnTo>
                    <a:pt x="435815" y="138531"/>
                  </a:lnTo>
                  <a:lnTo>
                    <a:pt x="449031" y="181107"/>
                  </a:lnTo>
                  <a:lnTo>
                    <a:pt x="453639" y="226820"/>
                  </a:lnTo>
                  <a:lnTo>
                    <a:pt x="449031" y="272532"/>
                  </a:lnTo>
                  <a:lnTo>
                    <a:pt x="435815" y="315108"/>
                  </a:lnTo>
                  <a:lnTo>
                    <a:pt x="414902" y="353637"/>
                  </a:lnTo>
                  <a:lnTo>
                    <a:pt x="387205" y="387205"/>
                  </a:lnTo>
                  <a:lnTo>
                    <a:pt x="353637" y="414902"/>
                  </a:lnTo>
                  <a:lnTo>
                    <a:pt x="315108" y="435815"/>
                  </a:lnTo>
                  <a:lnTo>
                    <a:pt x="272532" y="449031"/>
                  </a:lnTo>
                  <a:lnTo>
                    <a:pt x="226819" y="453640"/>
                  </a:lnTo>
                  <a:close/>
                </a:path>
              </a:pathLst>
            </a:custGeom>
            <a:solidFill>
              <a:srgbClr val="214D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59">
              <a:extLst>
                <a:ext uri="{FF2B5EF4-FFF2-40B4-BE49-F238E27FC236}">
                  <a16:creationId xmlns:a16="http://schemas.microsoft.com/office/drawing/2014/main" id="{AF104767-7646-740F-9295-E87CB5E8425E}"/>
                </a:ext>
              </a:extLst>
            </p:cNvPr>
            <p:cNvSpPr/>
            <p:nvPr/>
          </p:nvSpPr>
          <p:spPr>
            <a:xfrm>
              <a:off x="11201400" y="761623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198" y="266397"/>
                  </a:moveTo>
                  <a:lnTo>
                    <a:pt x="81350" y="255948"/>
                  </a:lnTo>
                  <a:lnTo>
                    <a:pt x="38982" y="227415"/>
                  </a:lnTo>
                  <a:lnTo>
                    <a:pt x="10449" y="185047"/>
                  </a:lnTo>
                  <a:lnTo>
                    <a:pt x="0" y="133198"/>
                  </a:lnTo>
                  <a:lnTo>
                    <a:pt x="2700" y="106363"/>
                  </a:lnTo>
                  <a:lnTo>
                    <a:pt x="22719" y="58707"/>
                  </a:lnTo>
                  <a:lnTo>
                    <a:pt x="58707" y="22719"/>
                  </a:lnTo>
                  <a:lnTo>
                    <a:pt x="106363" y="2700"/>
                  </a:lnTo>
                  <a:lnTo>
                    <a:pt x="133198" y="0"/>
                  </a:lnTo>
                  <a:lnTo>
                    <a:pt x="160034" y="2700"/>
                  </a:lnTo>
                  <a:lnTo>
                    <a:pt x="207690" y="22719"/>
                  </a:lnTo>
                  <a:lnTo>
                    <a:pt x="237718" y="50666"/>
                  </a:lnTo>
                  <a:lnTo>
                    <a:pt x="211907" y="70954"/>
                  </a:lnTo>
                  <a:lnTo>
                    <a:pt x="209464" y="67874"/>
                  </a:lnTo>
                  <a:lnTo>
                    <a:pt x="206915" y="65006"/>
                  </a:lnTo>
                  <a:lnTo>
                    <a:pt x="172261" y="40721"/>
                  </a:lnTo>
                  <a:lnTo>
                    <a:pt x="133198" y="32821"/>
                  </a:lnTo>
                  <a:lnTo>
                    <a:pt x="112970" y="34864"/>
                  </a:lnTo>
                  <a:lnTo>
                    <a:pt x="77095" y="49984"/>
                  </a:lnTo>
                  <a:lnTo>
                    <a:pt x="49984" y="77095"/>
                  </a:lnTo>
                  <a:lnTo>
                    <a:pt x="34864" y="112970"/>
                  </a:lnTo>
                  <a:lnTo>
                    <a:pt x="32821" y="133198"/>
                  </a:lnTo>
                  <a:lnTo>
                    <a:pt x="34864" y="153427"/>
                  </a:lnTo>
                  <a:lnTo>
                    <a:pt x="49984" y="189302"/>
                  </a:lnTo>
                  <a:lnTo>
                    <a:pt x="77095" y="216413"/>
                  </a:lnTo>
                  <a:lnTo>
                    <a:pt x="112970" y="231533"/>
                  </a:lnTo>
                  <a:lnTo>
                    <a:pt x="133198" y="233576"/>
                  </a:lnTo>
                  <a:lnTo>
                    <a:pt x="153427" y="231533"/>
                  </a:lnTo>
                  <a:lnTo>
                    <a:pt x="189302" y="216413"/>
                  </a:lnTo>
                  <a:lnTo>
                    <a:pt x="216413" y="189302"/>
                  </a:lnTo>
                  <a:lnTo>
                    <a:pt x="231533" y="153427"/>
                  </a:lnTo>
                  <a:lnTo>
                    <a:pt x="233576" y="133198"/>
                  </a:lnTo>
                  <a:lnTo>
                    <a:pt x="233576" y="130649"/>
                  </a:lnTo>
                  <a:lnTo>
                    <a:pt x="233363" y="125763"/>
                  </a:lnTo>
                  <a:lnTo>
                    <a:pt x="262892" y="102607"/>
                  </a:lnTo>
                  <a:lnTo>
                    <a:pt x="264381" y="110076"/>
                  </a:lnTo>
                  <a:lnTo>
                    <a:pt x="265481" y="117664"/>
                  </a:lnTo>
                  <a:lnTo>
                    <a:pt x="266163" y="125371"/>
                  </a:lnTo>
                  <a:lnTo>
                    <a:pt x="266397" y="133198"/>
                  </a:lnTo>
                  <a:lnTo>
                    <a:pt x="263697" y="160034"/>
                  </a:lnTo>
                  <a:lnTo>
                    <a:pt x="243678" y="207690"/>
                  </a:lnTo>
                  <a:lnTo>
                    <a:pt x="207690" y="243678"/>
                  </a:lnTo>
                  <a:lnTo>
                    <a:pt x="160034" y="263697"/>
                  </a:lnTo>
                  <a:lnTo>
                    <a:pt x="133198" y="266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0">
              <a:extLst>
                <a:ext uri="{FF2B5EF4-FFF2-40B4-BE49-F238E27FC236}">
                  <a16:creationId xmlns:a16="http://schemas.microsoft.com/office/drawing/2014/main" id="{C031C83E-A23D-0E78-C210-9E8A66AF479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61627" y="7660421"/>
              <a:ext cx="226353" cy="150087"/>
            </a:xfrm>
            <a:prstGeom prst="rect">
              <a:avLst/>
            </a:prstGeom>
          </p:spPr>
        </p:pic>
      </p:grpSp>
      <p:sp>
        <p:nvSpPr>
          <p:cNvPr id="67" name="object 67">
            <a:extLst>
              <a:ext uri="{FF2B5EF4-FFF2-40B4-BE49-F238E27FC236}">
                <a16:creationId xmlns:a16="http://schemas.microsoft.com/office/drawing/2014/main" id="{59ECE5AB-0367-3B9F-C17A-3163997C43EB}"/>
              </a:ext>
            </a:extLst>
          </p:cNvPr>
          <p:cNvSpPr txBox="1"/>
          <p:nvPr/>
        </p:nvSpPr>
        <p:spPr>
          <a:xfrm>
            <a:off x="12304444" y="8356979"/>
            <a:ext cx="2296371" cy="4616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US" sz="1450" b="1" dirty="0">
                <a:solidFill>
                  <a:srgbClr val="FFFFFF"/>
                </a:solidFill>
                <a:latin typeface="Trebuchet MS"/>
                <a:cs typeface="Trebuchet MS"/>
              </a:rPr>
              <a:t>DEPLOYMENT (ON PREMISE)</a:t>
            </a:r>
            <a:endParaRPr lang="en-ID" sz="1450" b="1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2672" y="758629"/>
            <a:ext cx="3753485" cy="795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50" spc="-35" dirty="0"/>
              <a:t>Cost</a:t>
            </a:r>
            <a:endParaRPr sz="5050" dirty="0">
              <a:latin typeface="Trebuchet MS"/>
              <a:cs typeface="Trebuchet M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6F83DE7-D10D-FF45-DC63-E28F0CA19FA4}"/>
              </a:ext>
            </a:extLst>
          </p:cNvPr>
          <p:cNvGrpSpPr/>
          <p:nvPr/>
        </p:nvGrpSpPr>
        <p:grpSpPr>
          <a:xfrm>
            <a:off x="1167615" y="4478092"/>
            <a:ext cx="7105015" cy="1449705"/>
            <a:chOff x="1167615" y="4478092"/>
            <a:chExt cx="7105015" cy="1449705"/>
          </a:xfrm>
        </p:grpSpPr>
        <p:grpSp>
          <p:nvGrpSpPr>
            <p:cNvPr id="13" name="object 13"/>
            <p:cNvGrpSpPr/>
            <p:nvPr/>
          </p:nvGrpSpPr>
          <p:grpSpPr>
            <a:xfrm>
              <a:off x="1167615" y="4478092"/>
              <a:ext cx="7105015" cy="1449705"/>
              <a:chOff x="1167615" y="4478092"/>
              <a:chExt cx="7105015" cy="1449705"/>
            </a:xfrm>
          </p:grpSpPr>
          <p:sp>
            <p:nvSpPr>
              <p:cNvPr id="14" name="object 14"/>
              <p:cNvSpPr/>
              <p:nvPr/>
            </p:nvSpPr>
            <p:spPr>
              <a:xfrm>
                <a:off x="1167615" y="4478092"/>
                <a:ext cx="7105015" cy="1449705"/>
              </a:xfrm>
              <a:custGeom>
                <a:avLst/>
                <a:gdLst/>
                <a:ahLst/>
                <a:cxnLst/>
                <a:rect l="l" t="t" r="r" b="b"/>
                <a:pathLst>
                  <a:path w="7105015" h="1449704">
                    <a:moveTo>
                      <a:pt x="150743" y="1449251"/>
                    </a:moveTo>
                    <a:lnTo>
                      <a:pt x="117492" y="1416239"/>
                    </a:lnTo>
                    <a:lnTo>
                      <a:pt x="115469" y="1372807"/>
                    </a:lnTo>
                    <a:lnTo>
                      <a:pt x="116413" y="1344035"/>
                    </a:lnTo>
                    <a:lnTo>
                      <a:pt x="119790" y="1271916"/>
                    </a:lnTo>
                    <a:lnTo>
                      <a:pt x="121255" y="1228384"/>
                    </a:lnTo>
                    <a:lnTo>
                      <a:pt x="121926" y="1179746"/>
                    </a:lnTo>
                    <a:lnTo>
                      <a:pt x="121316" y="1125910"/>
                    </a:lnTo>
                    <a:lnTo>
                      <a:pt x="118944" y="1066784"/>
                    </a:lnTo>
                    <a:lnTo>
                      <a:pt x="92288" y="1024649"/>
                    </a:lnTo>
                    <a:lnTo>
                      <a:pt x="68701" y="980510"/>
                    </a:lnTo>
                    <a:lnTo>
                      <a:pt x="48332" y="934515"/>
                    </a:lnTo>
                    <a:lnTo>
                      <a:pt x="31331" y="886814"/>
                    </a:lnTo>
                    <a:lnTo>
                      <a:pt x="17848" y="837555"/>
                    </a:lnTo>
                    <a:lnTo>
                      <a:pt x="8032" y="786888"/>
                    </a:lnTo>
                    <a:lnTo>
                      <a:pt x="2033" y="734960"/>
                    </a:lnTo>
                    <a:lnTo>
                      <a:pt x="0" y="681920"/>
                    </a:lnTo>
                    <a:lnTo>
                      <a:pt x="1712" y="633219"/>
                    </a:lnTo>
                    <a:lnTo>
                      <a:pt x="6771" y="585443"/>
                    </a:lnTo>
                    <a:lnTo>
                      <a:pt x="15063" y="538706"/>
                    </a:lnTo>
                    <a:lnTo>
                      <a:pt x="26471" y="493124"/>
                    </a:lnTo>
                    <a:lnTo>
                      <a:pt x="40880" y="448813"/>
                    </a:lnTo>
                    <a:lnTo>
                      <a:pt x="58175" y="405887"/>
                    </a:lnTo>
                    <a:lnTo>
                      <a:pt x="78241" y="364463"/>
                    </a:lnTo>
                    <a:lnTo>
                      <a:pt x="100961" y="324655"/>
                    </a:lnTo>
                    <a:lnTo>
                      <a:pt x="126221" y="286580"/>
                    </a:lnTo>
                    <a:lnTo>
                      <a:pt x="153906" y="250352"/>
                    </a:lnTo>
                    <a:lnTo>
                      <a:pt x="183900" y="216087"/>
                    </a:lnTo>
                    <a:lnTo>
                      <a:pt x="216087" y="183900"/>
                    </a:lnTo>
                    <a:lnTo>
                      <a:pt x="250352" y="153906"/>
                    </a:lnTo>
                    <a:lnTo>
                      <a:pt x="286580" y="126221"/>
                    </a:lnTo>
                    <a:lnTo>
                      <a:pt x="324656" y="100961"/>
                    </a:lnTo>
                    <a:lnTo>
                      <a:pt x="364463" y="78241"/>
                    </a:lnTo>
                    <a:lnTo>
                      <a:pt x="405887" y="58175"/>
                    </a:lnTo>
                    <a:lnTo>
                      <a:pt x="448813" y="40880"/>
                    </a:lnTo>
                    <a:lnTo>
                      <a:pt x="493124" y="26471"/>
                    </a:lnTo>
                    <a:lnTo>
                      <a:pt x="538706" y="15063"/>
                    </a:lnTo>
                    <a:lnTo>
                      <a:pt x="585443" y="6771"/>
                    </a:lnTo>
                    <a:lnTo>
                      <a:pt x="633219" y="1712"/>
                    </a:lnTo>
                    <a:lnTo>
                      <a:pt x="681921" y="0"/>
                    </a:lnTo>
                    <a:lnTo>
                      <a:pt x="6422592" y="0"/>
                    </a:lnTo>
                    <a:lnTo>
                      <a:pt x="6471284" y="1712"/>
                    </a:lnTo>
                    <a:lnTo>
                      <a:pt x="6519053" y="6771"/>
                    </a:lnTo>
                    <a:lnTo>
                      <a:pt x="6565783" y="15063"/>
                    </a:lnTo>
                    <a:lnTo>
                      <a:pt x="6611359" y="26471"/>
                    </a:lnTo>
                    <a:lnTo>
                      <a:pt x="6655664" y="40880"/>
                    </a:lnTo>
                    <a:lnTo>
                      <a:pt x="6698585" y="58175"/>
                    </a:lnTo>
                    <a:lnTo>
                      <a:pt x="6740004" y="78241"/>
                    </a:lnTo>
                    <a:lnTo>
                      <a:pt x="6779808" y="100961"/>
                    </a:lnTo>
                    <a:lnTo>
                      <a:pt x="6817879" y="126221"/>
                    </a:lnTo>
                    <a:lnTo>
                      <a:pt x="6854104" y="153906"/>
                    </a:lnTo>
                    <a:lnTo>
                      <a:pt x="6888367" y="183900"/>
                    </a:lnTo>
                    <a:lnTo>
                      <a:pt x="6920552" y="216087"/>
                    </a:lnTo>
                    <a:lnTo>
                      <a:pt x="6950544" y="250352"/>
                    </a:lnTo>
                    <a:lnTo>
                      <a:pt x="6978227" y="286580"/>
                    </a:lnTo>
                    <a:lnTo>
                      <a:pt x="7003486" y="324655"/>
                    </a:lnTo>
                    <a:lnTo>
                      <a:pt x="7026205" y="364463"/>
                    </a:lnTo>
                    <a:lnTo>
                      <a:pt x="7046270" y="405887"/>
                    </a:lnTo>
                    <a:lnTo>
                      <a:pt x="7063564" y="448813"/>
                    </a:lnTo>
                    <a:lnTo>
                      <a:pt x="7077973" y="493124"/>
                    </a:lnTo>
                    <a:lnTo>
                      <a:pt x="7089381" y="538706"/>
                    </a:lnTo>
                    <a:lnTo>
                      <a:pt x="7097672" y="585443"/>
                    </a:lnTo>
                    <a:lnTo>
                      <a:pt x="7102731" y="633219"/>
                    </a:lnTo>
                    <a:lnTo>
                      <a:pt x="7104443" y="681920"/>
                    </a:lnTo>
                    <a:lnTo>
                      <a:pt x="7102731" y="730622"/>
                    </a:lnTo>
                    <a:lnTo>
                      <a:pt x="7097672" y="778398"/>
                    </a:lnTo>
                    <a:lnTo>
                      <a:pt x="7089380" y="825135"/>
                    </a:lnTo>
                    <a:lnTo>
                      <a:pt x="7077972" y="870717"/>
                    </a:lnTo>
                    <a:lnTo>
                      <a:pt x="7063563" y="915028"/>
                    </a:lnTo>
                    <a:lnTo>
                      <a:pt x="7046268" y="957954"/>
                    </a:lnTo>
                    <a:lnTo>
                      <a:pt x="7026202" y="999378"/>
                    </a:lnTo>
                    <a:lnTo>
                      <a:pt x="7003482" y="1039185"/>
                    </a:lnTo>
                    <a:lnTo>
                      <a:pt x="6978222" y="1077261"/>
                    </a:lnTo>
                    <a:lnTo>
                      <a:pt x="6950537" y="1113489"/>
                    </a:lnTo>
                    <a:lnTo>
                      <a:pt x="6920544" y="1147754"/>
                    </a:lnTo>
                    <a:lnTo>
                      <a:pt x="6888357" y="1179941"/>
                    </a:lnTo>
                    <a:lnTo>
                      <a:pt x="6854091" y="1209935"/>
                    </a:lnTo>
                    <a:lnTo>
                      <a:pt x="6817863" y="1237619"/>
                    </a:lnTo>
                    <a:lnTo>
                      <a:pt x="6779788" y="1262880"/>
                    </a:lnTo>
                    <a:lnTo>
                      <a:pt x="6739980" y="1285600"/>
                    </a:lnTo>
                    <a:lnTo>
                      <a:pt x="6698556" y="1305666"/>
                    </a:lnTo>
                    <a:lnTo>
                      <a:pt x="6655631" y="1322961"/>
                    </a:lnTo>
                    <a:lnTo>
                      <a:pt x="6611320" y="1337370"/>
                    </a:lnTo>
                    <a:lnTo>
                      <a:pt x="6565738" y="1348778"/>
                    </a:lnTo>
                    <a:lnTo>
                      <a:pt x="6519001" y="1357070"/>
                    </a:lnTo>
                    <a:lnTo>
                      <a:pt x="6471224" y="1362129"/>
                    </a:lnTo>
                    <a:lnTo>
                      <a:pt x="6422523" y="1363841"/>
                    </a:lnTo>
                    <a:lnTo>
                      <a:pt x="681920" y="1363841"/>
                    </a:lnTo>
                    <a:lnTo>
                      <a:pt x="631834" y="1362030"/>
                    </a:lnTo>
                    <a:lnTo>
                      <a:pt x="582730" y="1356678"/>
                    </a:lnTo>
                    <a:lnTo>
                      <a:pt x="534732" y="1347910"/>
                    </a:lnTo>
                    <a:lnTo>
                      <a:pt x="487963" y="1335847"/>
                    </a:lnTo>
                    <a:lnTo>
                      <a:pt x="442545" y="1320613"/>
                    </a:lnTo>
                    <a:lnTo>
                      <a:pt x="331746" y="1375253"/>
                    </a:lnTo>
                    <a:lnTo>
                      <a:pt x="287020" y="1397184"/>
                    </a:lnTo>
                    <a:lnTo>
                      <a:pt x="248763" y="1415399"/>
                    </a:lnTo>
                    <a:lnTo>
                      <a:pt x="189720" y="1440312"/>
                    </a:lnTo>
                    <a:lnTo>
                      <a:pt x="167965" y="1446825"/>
                    </a:lnTo>
                    <a:lnTo>
                      <a:pt x="150743" y="1449251"/>
                    </a:lnTo>
                    <a:close/>
                  </a:path>
                </a:pathLst>
              </a:custGeom>
              <a:solidFill>
                <a:srgbClr val="0A5EA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1414208" y="4622037"/>
                <a:ext cx="6406515" cy="1056005"/>
              </a:xfrm>
              <a:custGeom>
                <a:avLst/>
                <a:gdLst/>
                <a:ahLst/>
                <a:cxnLst/>
                <a:rect l="l" t="t" r="r" b="b"/>
                <a:pathLst>
                  <a:path w="6406515" h="1056004">
                    <a:moveTo>
                      <a:pt x="6406045" y="580669"/>
                    </a:moveTo>
                    <a:lnTo>
                      <a:pt x="6403797" y="538149"/>
                    </a:lnTo>
                    <a:lnTo>
                      <a:pt x="6397168" y="496646"/>
                    </a:lnTo>
                    <a:lnTo>
                      <a:pt x="6386347" y="456285"/>
                    </a:lnTo>
                    <a:lnTo>
                      <a:pt x="6371526" y="417233"/>
                    </a:lnTo>
                    <a:lnTo>
                      <a:pt x="6352883" y="379628"/>
                    </a:lnTo>
                    <a:lnTo>
                      <a:pt x="6330594" y="343611"/>
                    </a:lnTo>
                    <a:lnTo>
                      <a:pt x="6304851" y="309346"/>
                    </a:lnTo>
                    <a:lnTo>
                      <a:pt x="6275832" y="276974"/>
                    </a:lnTo>
                    <a:lnTo>
                      <a:pt x="6243726" y="246646"/>
                    </a:lnTo>
                    <a:lnTo>
                      <a:pt x="6208712" y="218490"/>
                    </a:lnTo>
                    <a:lnTo>
                      <a:pt x="6170993" y="192684"/>
                    </a:lnTo>
                    <a:lnTo>
                      <a:pt x="6130734" y="169354"/>
                    </a:lnTo>
                    <a:lnTo>
                      <a:pt x="6088113" y="148666"/>
                    </a:lnTo>
                    <a:lnTo>
                      <a:pt x="6043333" y="130746"/>
                    </a:lnTo>
                    <a:lnTo>
                      <a:pt x="5996571" y="115747"/>
                    </a:lnTo>
                    <a:lnTo>
                      <a:pt x="5948007" y="103835"/>
                    </a:lnTo>
                    <a:lnTo>
                      <a:pt x="5897829" y="95135"/>
                    </a:lnTo>
                    <a:lnTo>
                      <a:pt x="5846216" y="89814"/>
                    </a:lnTo>
                    <a:lnTo>
                      <a:pt x="5793359" y="87998"/>
                    </a:lnTo>
                    <a:lnTo>
                      <a:pt x="819683" y="87998"/>
                    </a:lnTo>
                    <a:lnTo>
                      <a:pt x="776554" y="62179"/>
                    </a:lnTo>
                    <a:lnTo>
                      <a:pt x="730872" y="40487"/>
                    </a:lnTo>
                    <a:lnTo>
                      <a:pt x="682904" y="23152"/>
                    </a:lnTo>
                    <a:lnTo>
                      <a:pt x="632917" y="10464"/>
                    </a:lnTo>
                    <a:lnTo>
                      <a:pt x="581152" y="2654"/>
                    </a:lnTo>
                    <a:lnTo>
                      <a:pt x="527862" y="0"/>
                    </a:lnTo>
                    <a:lnTo>
                      <a:pt x="479806" y="2146"/>
                    </a:lnTo>
                    <a:lnTo>
                      <a:pt x="432981" y="8496"/>
                    </a:lnTo>
                    <a:lnTo>
                      <a:pt x="387540" y="18846"/>
                    </a:lnTo>
                    <a:lnTo>
                      <a:pt x="343674" y="33007"/>
                    </a:lnTo>
                    <a:lnTo>
                      <a:pt x="301586" y="50812"/>
                    </a:lnTo>
                    <a:lnTo>
                      <a:pt x="261442" y="72047"/>
                    </a:lnTo>
                    <a:lnTo>
                      <a:pt x="223443" y="96545"/>
                    </a:lnTo>
                    <a:lnTo>
                      <a:pt x="187769" y="124117"/>
                    </a:lnTo>
                    <a:lnTo>
                      <a:pt x="154609" y="154571"/>
                    </a:lnTo>
                    <a:lnTo>
                      <a:pt x="124155" y="187718"/>
                    </a:lnTo>
                    <a:lnTo>
                      <a:pt x="96570" y="223393"/>
                    </a:lnTo>
                    <a:lnTo>
                      <a:pt x="72072" y="261378"/>
                    </a:lnTo>
                    <a:lnTo>
                      <a:pt x="50825" y="301523"/>
                    </a:lnTo>
                    <a:lnTo>
                      <a:pt x="33032" y="343611"/>
                    </a:lnTo>
                    <a:lnTo>
                      <a:pt x="18859" y="387464"/>
                    </a:lnTo>
                    <a:lnTo>
                      <a:pt x="8509" y="432904"/>
                    </a:lnTo>
                    <a:lnTo>
                      <a:pt x="2159" y="479742"/>
                    </a:lnTo>
                    <a:lnTo>
                      <a:pt x="0" y="527786"/>
                    </a:lnTo>
                    <a:lnTo>
                      <a:pt x="2235" y="576592"/>
                    </a:lnTo>
                    <a:lnTo>
                      <a:pt x="8775" y="624141"/>
                    </a:lnTo>
                    <a:lnTo>
                      <a:pt x="19456" y="670255"/>
                    </a:lnTo>
                    <a:lnTo>
                      <a:pt x="34074" y="714730"/>
                    </a:lnTo>
                    <a:lnTo>
                      <a:pt x="52425" y="757351"/>
                    </a:lnTo>
                    <a:lnTo>
                      <a:pt x="74307" y="797953"/>
                    </a:lnTo>
                    <a:lnTo>
                      <a:pt x="99555" y="836333"/>
                    </a:lnTo>
                    <a:lnTo>
                      <a:pt x="127939" y="872274"/>
                    </a:lnTo>
                    <a:lnTo>
                      <a:pt x="159283" y="905611"/>
                    </a:lnTo>
                    <a:lnTo>
                      <a:pt x="193382" y="936129"/>
                    </a:lnTo>
                    <a:lnTo>
                      <a:pt x="230047" y="963625"/>
                    </a:lnTo>
                    <a:lnTo>
                      <a:pt x="269074" y="987933"/>
                    </a:lnTo>
                    <a:lnTo>
                      <a:pt x="310286" y="1008824"/>
                    </a:lnTo>
                    <a:lnTo>
                      <a:pt x="353466" y="1026121"/>
                    </a:lnTo>
                    <a:lnTo>
                      <a:pt x="398437" y="1039634"/>
                    </a:lnTo>
                    <a:lnTo>
                      <a:pt x="444982" y="1049147"/>
                    </a:lnTo>
                    <a:lnTo>
                      <a:pt x="485965" y="1053985"/>
                    </a:lnTo>
                    <a:lnTo>
                      <a:pt x="527862" y="1055636"/>
                    </a:lnTo>
                    <a:lnTo>
                      <a:pt x="552678" y="1055039"/>
                    </a:lnTo>
                    <a:lnTo>
                      <a:pt x="577176" y="1053274"/>
                    </a:lnTo>
                    <a:lnTo>
                      <a:pt x="601357" y="1050417"/>
                    </a:lnTo>
                    <a:lnTo>
                      <a:pt x="625182" y="1046518"/>
                    </a:lnTo>
                    <a:lnTo>
                      <a:pt x="5992952" y="1046518"/>
                    </a:lnTo>
                    <a:lnTo>
                      <a:pt x="6048921" y="1028522"/>
                    </a:lnTo>
                    <a:lnTo>
                      <a:pt x="6087846" y="1012748"/>
                    </a:lnTo>
                    <a:lnTo>
                      <a:pt x="6137110" y="988529"/>
                    </a:lnTo>
                    <a:lnTo>
                      <a:pt x="6183160" y="960767"/>
                    </a:lnTo>
                    <a:lnTo>
                      <a:pt x="6225705" y="929716"/>
                    </a:lnTo>
                    <a:lnTo>
                      <a:pt x="6264478" y="895604"/>
                    </a:lnTo>
                    <a:lnTo>
                      <a:pt x="6299187" y="858672"/>
                    </a:lnTo>
                    <a:lnTo>
                      <a:pt x="6329781" y="818959"/>
                    </a:lnTo>
                    <a:lnTo>
                      <a:pt x="6352006" y="783094"/>
                    </a:lnTo>
                    <a:lnTo>
                      <a:pt x="6352553" y="782358"/>
                    </a:lnTo>
                    <a:lnTo>
                      <a:pt x="6370180" y="747166"/>
                    </a:lnTo>
                    <a:lnTo>
                      <a:pt x="6387808" y="700620"/>
                    </a:lnTo>
                    <a:lnTo>
                      <a:pt x="6399428" y="653415"/>
                    </a:lnTo>
                    <a:lnTo>
                      <a:pt x="6405105" y="608355"/>
                    </a:lnTo>
                    <a:lnTo>
                      <a:pt x="6405778" y="596277"/>
                    </a:lnTo>
                    <a:lnTo>
                      <a:pt x="6406045" y="58066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6" name="object 16"/>
            <p:cNvSpPr txBox="1"/>
            <p:nvPr/>
          </p:nvSpPr>
          <p:spPr>
            <a:xfrm>
              <a:off x="2384015" y="5023127"/>
              <a:ext cx="5244465" cy="307777"/>
            </a:xfrm>
            <a:prstGeom prst="rect">
              <a:avLst/>
            </a:prstGeom>
          </p:spPr>
          <p:txBody>
            <a:bodyPr vert="horz" wrap="square" lIns="0" tIns="38100" rIns="0" bIns="0" rtlCol="0">
              <a:spAutoFit/>
            </a:bodyPr>
            <a:lstStyle/>
            <a:p>
              <a:pPr marL="12700" marR="5080">
                <a:lnSpc>
                  <a:spcPts val="2100"/>
                </a:lnSpc>
                <a:spcBef>
                  <a:spcPts val="300"/>
                </a:spcBef>
              </a:pPr>
              <a:r>
                <a:rPr lang="en-US" sz="1850" b="1" dirty="0">
                  <a:solidFill>
                    <a:srgbClr val="00336A"/>
                  </a:solidFill>
                  <a:latin typeface="Tahoma"/>
                  <a:cs typeface="Tahoma"/>
                </a:rPr>
                <a:t>Biaya Jasa </a:t>
              </a:r>
              <a:r>
                <a:rPr lang="en-US" sz="1850" b="1" dirty="0" err="1">
                  <a:solidFill>
                    <a:srgbClr val="00336A"/>
                  </a:solidFill>
                  <a:latin typeface="Tahoma"/>
                  <a:cs typeface="Tahoma"/>
                </a:rPr>
                <a:t>Pembuatan</a:t>
              </a:r>
              <a:r>
                <a:rPr lang="en-US" sz="1850" b="1" dirty="0">
                  <a:solidFill>
                    <a:srgbClr val="00336A"/>
                  </a:solidFill>
                  <a:latin typeface="Tahoma"/>
                  <a:cs typeface="Tahoma"/>
                </a:rPr>
                <a:t>: 30 Juta</a:t>
              </a:r>
              <a:endParaRPr sz="1850" dirty="0">
                <a:latin typeface="Tahoma"/>
                <a:cs typeface="Tahoma"/>
              </a:endParaRPr>
            </a:p>
          </p:txBody>
        </p:sp>
        <p:grpSp>
          <p:nvGrpSpPr>
            <p:cNvPr id="17" name="object 17"/>
            <p:cNvGrpSpPr/>
            <p:nvPr/>
          </p:nvGrpSpPr>
          <p:grpSpPr>
            <a:xfrm>
              <a:off x="1541290" y="4833771"/>
              <a:ext cx="698500" cy="698500"/>
              <a:chOff x="1541290" y="4833771"/>
              <a:chExt cx="698500" cy="698500"/>
            </a:xfrm>
          </p:grpSpPr>
          <p:sp>
            <p:nvSpPr>
              <p:cNvPr id="18" name="object 18"/>
              <p:cNvSpPr/>
              <p:nvPr/>
            </p:nvSpPr>
            <p:spPr>
              <a:xfrm>
                <a:off x="1541290" y="4833771"/>
                <a:ext cx="6985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698500">
                    <a:moveTo>
                      <a:pt x="349096" y="698193"/>
                    </a:moveTo>
                    <a:lnTo>
                      <a:pt x="301726" y="695006"/>
                    </a:lnTo>
                    <a:lnTo>
                      <a:pt x="256293" y="685723"/>
                    </a:lnTo>
                    <a:lnTo>
                      <a:pt x="213212" y="670759"/>
                    </a:lnTo>
                    <a:lnTo>
                      <a:pt x="172901" y="650531"/>
                    </a:lnTo>
                    <a:lnTo>
                      <a:pt x="135774" y="625454"/>
                    </a:lnTo>
                    <a:lnTo>
                      <a:pt x="102248" y="595945"/>
                    </a:lnTo>
                    <a:lnTo>
                      <a:pt x="72738" y="562419"/>
                    </a:lnTo>
                    <a:lnTo>
                      <a:pt x="47662" y="525292"/>
                    </a:lnTo>
                    <a:lnTo>
                      <a:pt x="27433" y="484980"/>
                    </a:lnTo>
                    <a:lnTo>
                      <a:pt x="12470" y="441900"/>
                    </a:lnTo>
                    <a:lnTo>
                      <a:pt x="3186" y="396466"/>
                    </a:lnTo>
                    <a:lnTo>
                      <a:pt x="0" y="349096"/>
                    </a:lnTo>
                    <a:lnTo>
                      <a:pt x="3186" y="301726"/>
                    </a:lnTo>
                    <a:lnTo>
                      <a:pt x="12469" y="256293"/>
                    </a:lnTo>
                    <a:lnTo>
                      <a:pt x="27433" y="213212"/>
                    </a:lnTo>
                    <a:lnTo>
                      <a:pt x="47661" y="172901"/>
                    </a:lnTo>
                    <a:lnTo>
                      <a:pt x="72737" y="135774"/>
                    </a:lnTo>
                    <a:lnTo>
                      <a:pt x="102246" y="102248"/>
                    </a:lnTo>
                    <a:lnTo>
                      <a:pt x="135772" y="72738"/>
                    </a:lnTo>
                    <a:lnTo>
                      <a:pt x="172898" y="47662"/>
                    </a:lnTo>
                    <a:lnTo>
                      <a:pt x="213210" y="27433"/>
                    </a:lnTo>
                    <a:lnTo>
                      <a:pt x="256290" y="12470"/>
                    </a:lnTo>
                    <a:lnTo>
                      <a:pt x="301723" y="3186"/>
                    </a:lnTo>
                    <a:lnTo>
                      <a:pt x="349093" y="0"/>
                    </a:lnTo>
                    <a:lnTo>
                      <a:pt x="395835" y="3102"/>
                    </a:lnTo>
                    <a:lnTo>
                      <a:pt x="440697" y="12142"/>
                    </a:lnTo>
                    <a:lnTo>
                      <a:pt x="483280" y="26720"/>
                    </a:lnTo>
                    <a:lnTo>
                      <a:pt x="523185" y="46438"/>
                    </a:lnTo>
                    <a:lnTo>
                      <a:pt x="560013" y="70896"/>
                    </a:lnTo>
                    <a:lnTo>
                      <a:pt x="593365" y="99695"/>
                    </a:lnTo>
                    <a:lnTo>
                      <a:pt x="622841" y="132436"/>
                    </a:lnTo>
                    <a:lnTo>
                      <a:pt x="648041" y="168718"/>
                    </a:lnTo>
                    <a:lnTo>
                      <a:pt x="668567" y="208144"/>
                    </a:lnTo>
                    <a:lnTo>
                      <a:pt x="684020" y="250313"/>
                    </a:lnTo>
                    <a:lnTo>
                      <a:pt x="694000" y="294827"/>
                    </a:lnTo>
                    <a:lnTo>
                      <a:pt x="698107" y="341286"/>
                    </a:lnTo>
                    <a:lnTo>
                      <a:pt x="698196" y="346485"/>
                    </a:lnTo>
                    <a:lnTo>
                      <a:pt x="698196" y="349096"/>
                    </a:lnTo>
                    <a:lnTo>
                      <a:pt x="694909" y="397201"/>
                    </a:lnTo>
                    <a:lnTo>
                      <a:pt x="685338" y="443299"/>
                    </a:lnTo>
                    <a:lnTo>
                      <a:pt x="669919" y="486957"/>
                    </a:lnTo>
                    <a:lnTo>
                      <a:pt x="649088" y="527737"/>
                    </a:lnTo>
                    <a:lnTo>
                      <a:pt x="623281" y="565203"/>
                    </a:lnTo>
                    <a:lnTo>
                      <a:pt x="592935" y="598921"/>
                    </a:lnTo>
                    <a:lnTo>
                      <a:pt x="558484" y="628453"/>
                    </a:lnTo>
                    <a:lnTo>
                      <a:pt x="520366" y="653364"/>
                    </a:lnTo>
                    <a:lnTo>
                      <a:pt x="479015" y="673217"/>
                    </a:lnTo>
                    <a:lnTo>
                      <a:pt x="434868" y="687578"/>
                    </a:lnTo>
                    <a:lnTo>
                      <a:pt x="392789" y="695485"/>
                    </a:lnTo>
                    <a:lnTo>
                      <a:pt x="349096" y="698193"/>
                    </a:lnTo>
                    <a:close/>
                  </a:path>
                </a:pathLst>
              </a:custGeom>
              <a:solidFill>
                <a:srgbClr val="0A5EA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1706995" y="5051533"/>
                <a:ext cx="532765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532764" h="469900">
                    <a:moveTo>
                      <a:pt x="269164" y="469816"/>
                    </a:moveTo>
                    <a:lnTo>
                      <a:pt x="0" y="200649"/>
                    </a:lnTo>
                    <a:lnTo>
                      <a:pt x="71294" y="129354"/>
                    </a:lnTo>
                    <a:lnTo>
                      <a:pt x="175409" y="233472"/>
                    </a:lnTo>
                    <a:lnTo>
                      <a:pt x="408881" y="0"/>
                    </a:lnTo>
                    <a:lnTo>
                      <a:pt x="532405" y="123524"/>
                    </a:lnTo>
                    <a:lnTo>
                      <a:pt x="532459" y="126120"/>
                    </a:lnTo>
                    <a:lnTo>
                      <a:pt x="532491" y="128723"/>
                    </a:lnTo>
                    <a:lnTo>
                      <a:pt x="532491" y="131334"/>
                    </a:lnTo>
                    <a:lnTo>
                      <a:pt x="529204" y="179439"/>
                    </a:lnTo>
                    <a:lnTo>
                      <a:pt x="519633" y="225538"/>
                    </a:lnTo>
                    <a:lnTo>
                      <a:pt x="504214" y="269195"/>
                    </a:lnTo>
                    <a:lnTo>
                      <a:pt x="483383" y="309975"/>
                    </a:lnTo>
                    <a:lnTo>
                      <a:pt x="457577" y="347442"/>
                    </a:lnTo>
                    <a:lnTo>
                      <a:pt x="427230" y="381159"/>
                    </a:lnTo>
                    <a:lnTo>
                      <a:pt x="392779" y="410691"/>
                    </a:lnTo>
                    <a:lnTo>
                      <a:pt x="354661" y="435602"/>
                    </a:lnTo>
                    <a:lnTo>
                      <a:pt x="313310" y="455456"/>
                    </a:lnTo>
                    <a:lnTo>
                      <a:pt x="269164" y="469816"/>
                    </a:lnTo>
                    <a:close/>
                  </a:path>
                </a:pathLst>
              </a:custGeom>
              <a:solidFill>
                <a:srgbClr val="0A2E4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1650296" y="4994837"/>
                <a:ext cx="480695" cy="376555"/>
              </a:xfrm>
              <a:custGeom>
                <a:avLst/>
                <a:gdLst/>
                <a:ahLst/>
                <a:cxnLst/>
                <a:rect l="l" t="t" r="r" b="b"/>
                <a:pathLst>
                  <a:path w="480694" h="376554">
                    <a:moveTo>
                      <a:pt x="175412" y="376062"/>
                    </a:moveTo>
                    <a:lnTo>
                      <a:pt x="0" y="200649"/>
                    </a:lnTo>
                    <a:lnTo>
                      <a:pt x="71294" y="129354"/>
                    </a:lnTo>
                    <a:lnTo>
                      <a:pt x="175412" y="233472"/>
                    </a:lnTo>
                    <a:lnTo>
                      <a:pt x="408884" y="0"/>
                    </a:lnTo>
                    <a:lnTo>
                      <a:pt x="480179" y="71294"/>
                    </a:lnTo>
                    <a:lnTo>
                      <a:pt x="175412" y="3760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21" name="object 21"/>
          <p:cNvSpPr txBox="1"/>
          <p:nvPr/>
        </p:nvSpPr>
        <p:spPr>
          <a:xfrm>
            <a:off x="1452672" y="1804920"/>
            <a:ext cx="1979295" cy="689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50" spc="-50" dirty="0">
                <a:solidFill>
                  <a:srgbClr val="EBAF33"/>
                </a:solidFill>
                <a:latin typeface="Trebuchet MS"/>
                <a:cs typeface="Trebuchet MS"/>
              </a:rPr>
              <a:t>Fix</a:t>
            </a:r>
            <a:r>
              <a:rPr sz="4350" spc="-305" dirty="0">
                <a:solidFill>
                  <a:srgbClr val="EBAF33"/>
                </a:solidFill>
                <a:latin typeface="Trebuchet MS"/>
                <a:cs typeface="Trebuchet MS"/>
              </a:rPr>
              <a:t> </a:t>
            </a:r>
            <a:r>
              <a:rPr sz="4350" spc="55" dirty="0">
                <a:solidFill>
                  <a:srgbClr val="EBAF33"/>
                </a:solidFill>
                <a:latin typeface="Trebuchet MS"/>
                <a:cs typeface="Trebuchet MS"/>
              </a:rPr>
              <a:t>Cost</a:t>
            </a:r>
            <a:endParaRPr sz="43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442267" y="2007374"/>
            <a:ext cx="5519420" cy="1098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sz="3150" b="1" spc="65" dirty="0">
                <a:solidFill>
                  <a:srgbClr val="003CDE"/>
                </a:solidFill>
                <a:latin typeface="Trebuchet MS"/>
                <a:cs typeface="Trebuchet MS"/>
              </a:rPr>
              <a:t>Pay</a:t>
            </a:r>
            <a:r>
              <a:rPr sz="3150" b="1" spc="-114" dirty="0">
                <a:solidFill>
                  <a:srgbClr val="003CDE"/>
                </a:solidFill>
                <a:latin typeface="Trebuchet MS"/>
                <a:cs typeface="Trebuchet MS"/>
              </a:rPr>
              <a:t> </a:t>
            </a:r>
            <a:r>
              <a:rPr sz="3150" b="1" spc="-35" dirty="0">
                <a:solidFill>
                  <a:srgbClr val="003CDE"/>
                </a:solidFill>
                <a:latin typeface="Trebuchet MS"/>
                <a:cs typeface="Trebuchet MS"/>
              </a:rPr>
              <a:t>per</a:t>
            </a:r>
            <a:r>
              <a:rPr sz="3150" b="1" spc="-110" dirty="0">
                <a:solidFill>
                  <a:srgbClr val="003CDE"/>
                </a:solidFill>
                <a:latin typeface="Trebuchet MS"/>
                <a:cs typeface="Trebuchet MS"/>
              </a:rPr>
              <a:t> </a:t>
            </a:r>
            <a:r>
              <a:rPr sz="3150" b="1" spc="125" dirty="0">
                <a:solidFill>
                  <a:srgbClr val="003CDE"/>
                </a:solidFill>
                <a:latin typeface="Trebuchet MS"/>
                <a:cs typeface="Trebuchet MS"/>
              </a:rPr>
              <a:t>usage</a:t>
            </a:r>
            <a:r>
              <a:rPr lang="en-US" sz="3150" b="1" spc="125" dirty="0">
                <a:solidFill>
                  <a:srgbClr val="003CDE"/>
                </a:solidFill>
                <a:latin typeface="Trebuchet MS"/>
                <a:cs typeface="Trebuchet MS"/>
              </a:rPr>
              <a:t> cost</a:t>
            </a:r>
            <a:r>
              <a:rPr sz="3150" b="1" spc="-110" dirty="0">
                <a:solidFill>
                  <a:srgbClr val="003CDE"/>
                </a:solidFill>
                <a:latin typeface="Trebuchet MS"/>
                <a:cs typeface="Trebuchet MS"/>
              </a:rPr>
              <a:t> </a:t>
            </a:r>
            <a:r>
              <a:rPr sz="3150" b="1" dirty="0">
                <a:solidFill>
                  <a:srgbClr val="003CDE"/>
                </a:solidFill>
                <a:latin typeface="Trebuchet MS"/>
                <a:cs typeface="Trebuchet MS"/>
              </a:rPr>
              <a:t>(</a:t>
            </a:r>
            <a:r>
              <a:rPr lang="en-US" sz="3150" b="1" dirty="0">
                <a:solidFill>
                  <a:srgbClr val="003CDE"/>
                </a:solidFill>
                <a:latin typeface="Trebuchet MS"/>
                <a:cs typeface="Trebuchet MS"/>
              </a:rPr>
              <a:t>Estimation</a:t>
            </a:r>
            <a:r>
              <a:rPr sz="3150" b="1" spc="-10" dirty="0">
                <a:solidFill>
                  <a:srgbClr val="003CDE"/>
                </a:solidFill>
                <a:latin typeface="Trebuchet MS"/>
                <a:cs typeface="Trebuchet MS"/>
              </a:rPr>
              <a:t>):</a:t>
            </a:r>
            <a:endParaRPr sz="3150" dirty="0">
              <a:latin typeface="Trebuchet MS"/>
              <a:cs typeface="Trebuchet MS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667000" y="6337750"/>
            <a:ext cx="2924810" cy="1782445"/>
            <a:chOff x="1466007" y="6337750"/>
            <a:chExt cx="2924810" cy="1782445"/>
          </a:xfrm>
        </p:grpSpPr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007" y="6337750"/>
              <a:ext cx="2924290" cy="178242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664724" y="7160117"/>
              <a:ext cx="2511425" cy="635000"/>
            </a:xfrm>
            <a:custGeom>
              <a:avLst/>
              <a:gdLst/>
              <a:ahLst/>
              <a:cxnLst/>
              <a:rect l="l" t="t" r="r" b="b"/>
              <a:pathLst>
                <a:path w="2511425" h="635000">
                  <a:moveTo>
                    <a:pt x="0" y="317332"/>
                  </a:moveTo>
                  <a:lnTo>
                    <a:pt x="3440" y="270439"/>
                  </a:lnTo>
                  <a:lnTo>
                    <a:pt x="13435" y="225682"/>
                  </a:lnTo>
                  <a:lnTo>
                    <a:pt x="29493" y="183553"/>
                  </a:lnTo>
                  <a:lnTo>
                    <a:pt x="51124" y="144541"/>
                  </a:lnTo>
                  <a:lnTo>
                    <a:pt x="77836" y="109139"/>
                  </a:lnTo>
                  <a:lnTo>
                    <a:pt x="109139" y="77836"/>
                  </a:lnTo>
                  <a:lnTo>
                    <a:pt x="144541" y="51124"/>
                  </a:lnTo>
                  <a:lnTo>
                    <a:pt x="183553" y="29493"/>
                  </a:lnTo>
                  <a:lnTo>
                    <a:pt x="225682" y="13435"/>
                  </a:lnTo>
                  <a:lnTo>
                    <a:pt x="270439" y="3440"/>
                  </a:lnTo>
                  <a:lnTo>
                    <a:pt x="317332" y="0"/>
                  </a:lnTo>
                  <a:lnTo>
                    <a:pt x="2193495" y="0"/>
                  </a:lnTo>
                  <a:lnTo>
                    <a:pt x="2240389" y="3440"/>
                  </a:lnTo>
                  <a:lnTo>
                    <a:pt x="2285145" y="13435"/>
                  </a:lnTo>
                  <a:lnTo>
                    <a:pt x="2327275" y="29493"/>
                  </a:lnTo>
                  <a:lnTo>
                    <a:pt x="2366287" y="51124"/>
                  </a:lnTo>
                  <a:lnTo>
                    <a:pt x="2401689" y="77836"/>
                  </a:lnTo>
                  <a:lnTo>
                    <a:pt x="2432992" y="109139"/>
                  </a:lnTo>
                  <a:lnTo>
                    <a:pt x="2459704" y="144541"/>
                  </a:lnTo>
                  <a:lnTo>
                    <a:pt x="2481335" y="183553"/>
                  </a:lnTo>
                  <a:lnTo>
                    <a:pt x="2497393" y="225682"/>
                  </a:lnTo>
                  <a:lnTo>
                    <a:pt x="2507388" y="270439"/>
                  </a:lnTo>
                  <a:lnTo>
                    <a:pt x="2510828" y="317332"/>
                  </a:lnTo>
                  <a:lnTo>
                    <a:pt x="2507388" y="364225"/>
                  </a:lnTo>
                  <a:lnTo>
                    <a:pt x="2497393" y="408982"/>
                  </a:lnTo>
                  <a:lnTo>
                    <a:pt x="2481335" y="451112"/>
                  </a:lnTo>
                  <a:lnTo>
                    <a:pt x="2459704" y="490123"/>
                  </a:lnTo>
                  <a:lnTo>
                    <a:pt x="2432992" y="525526"/>
                  </a:lnTo>
                  <a:lnTo>
                    <a:pt x="2401689" y="556829"/>
                  </a:lnTo>
                  <a:lnTo>
                    <a:pt x="2366287" y="583541"/>
                  </a:lnTo>
                  <a:lnTo>
                    <a:pt x="2327275" y="605171"/>
                  </a:lnTo>
                  <a:lnTo>
                    <a:pt x="2285145" y="621230"/>
                  </a:lnTo>
                  <a:lnTo>
                    <a:pt x="2240389" y="631224"/>
                  </a:lnTo>
                  <a:lnTo>
                    <a:pt x="2193495" y="634665"/>
                  </a:lnTo>
                  <a:lnTo>
                    <a:pt x="317332" y="634665"/>
                  </a:lnTo>
                  <a:lnTo>
                    <a:pt x="270439" y="631224"/>
                  </a:lnTo>
                  <a:lnTo>
                    <a:pt x="225682" y="621230"/>
                  </a:lnTo>
                  <a:lnTo>
                    <a:pt x="183553" y="605171"/>
                  </a:lnTo>
                  <a:lnTo>
                    <a:pt x="144541" y="583541"/>
                  </a:lnTo>
                  <a:lnTo>
                    <a:pt x="109139" y="556829"/>
                  </a:lnTo>
                  <a:lnTo>
                    <a:pt x="77836" y="525526"/>
                  </a:lnTo>
                  <a:lnTo>
                    <a:pt x="51124" y="490123"/>
                  </a:lnTo>
                  <a:lnTo>
                    <a:pt x="29493" y="451112"/>
                  </a:lnTo>
                  <a:lnTo>
                    <a:pt x="13435" y="408982"/>
                  </a:lnTo>
                  <a:lnTo>
                    <a:pt x="3440" y="364225"/>
                  </a:lnTo>
                  <a:lnTo>
                    <a:pt x="0" y="3173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102345" y="7288003"/>
            <a:ext cx="1991995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b="1" spc="140" dirty="0">
                <a:solidFill>
                  <a:srgbClr val="497C94"/>
                </a:solidFill>
                <a:latin typeface="Trebuchet MS"/>
                <a:cs typeface="Trebuchet MS"/>
              </a:rPr>
              <a:t>Rp</a:t>
            </a:r>
            <a:r>
              <a:rPr lang="en-US" sz="2050" b="1" spc="140" dirty="0">
                <a:solidFill>
                  <a:srgbClr val="497C94"/>
                </a:solidFill>
                <a:latin typeface="Trebuchet MS"/>
                <a:cs typeface="Trebuchet MS"/>
              </a:rPr>
              <a:t>32</a:t>
            </a:r>
            <a:r>
              <a:rPr sz="2050" b="1" spc="140" dirty="0">
                <a:solidFill>
                  <a:srgbClr val="497C94"/>
                </a:solidFill>
                <a:latin typeface="Trebuchet MS"/>
                <a:cs typeface="Trebuchet MS"/>
              </a:rPr>
              <a:t>.000.000</a:t>
            </a:r>
            <a:endParaRPr sz="2050" dirty="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275850" y="6401706"/>
            <a:ext cx="1645285" cy="58420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75260" marR="5080" indent="-163195">
              <a:lnSpc>
                <a:spcPct val="78500"/>
              </a:lnSpc>
              <a:spcBef>
                <a:spcPts val="635"/>
              </a:spcBef>
            </a:pPr>
            <a:r>
              <a:rPr sz="2050" b="1" spc="55" dirty="0">
                <a:solidFill>
                  <a:srgbClr val="FFFFFF"/>
                </a:solidFill>
                <a:latin typeface="Trebuchet MS"/>
                <a:cs typeface="Trebuchet MS"/>
              </a:rPr>
              <a:t>Investement </a:t>
            </a:r>
            <a:r>
              <a:rPr sz="2050" b="1" spc="80" dirty="0">
                <a:solidFill>
                  <a:srgbClr val="FFFFFF"/>
                </a:solidFill>
                <a:latin typeface="Trebuchet MS"/>
                <a:cs typeface="Trebuchet MS"/>
              </a:rPr>
              <a:t>Fee/Total</a:t>
            </a:r>
            <a:endParaRPr sz="2050">
              <a:latin typeface="Trebuchet MS"/>
              <a:cs typeface="Trebuchet MS"/>
            </a:endParaRPr>
          </a:p>
        </p:txBody>
      </p:sp>
      <p:grpSp>
        <p:nvGrpSpPr>
          <p:cNvPr id="70" name="object 30">
            <a:extLst>
              <a:ext uri="{FF2B5EF4-FFF2-40B4-BE49-F238E27FC236}">
                <a16:creationId xmlns:a16="http://schemas.microsoft.com/office/drawing/2014/main" id="{302B4314-DD76-CF01-2EDB-405455BFD7A0}"/>
              </a:ext>
            </a:extLst>
          </p:cNvPr>
          <p:cNvGrpSpPr/>
          <p:nvPr/>
        </p:nvGrpSpPr>
        <p:grpSpPr>
          <a:xfrm>
            <a:off x="10201275" y="3390900"/>
            <a:ext cx="6943725" cy="1416685"/>
            <a:chOff x="10182736" y="4518108"/>
            <a:chExt cx="6943725" cy="1416685"/>
          </a:xfrm>
        </p:grpSpPr>
        <p:sp>
          <p:nvSpPr>
            <p:cNvPr id="71" name="object 31">
              <a:extLst>
                <a:ext uri="{FF2B5EF4-FFF2-40B4-BE49-F238E27FC236}">
                  <a16:creationId xmlns:a16="http://schemas.microsoft.com/office/drawing/2014/main" id="{FE7537DB-A6CA-D7A4-83A8-910CD8457CED}"/>
                </a:ext>
              </a:extLst>
            </p:cNvPr>
            <p:cNvSpPr/>
            <p:nvPr/>
          </p:nvSpPr>
          <p:spPr>
            <a:xfrm>
              <a:off x="10182736" y="4518108"/>
              <a:ext cx="6943725" cy="1416685"/>
            </a:xfrm>
            <a:custGeom>
              <a:avLst/>
              <a:gdLst/>
              <a:ahLst/>
              <a:cxnLst/>
              <a:rect l="l" t="t" r="r" b="b"/>
              <a:pathLst>
                <a:path w="6943725" h="1416685">
                  <a:moveTo>
                    <a:pt x="147320" y="1416341"/>
                  </a:moveTo>
                  <a:lnTo>
                    <a:pt x="114824" y="1384079"/>
                  </a:lnTo>
                  <a:lnTo>
                    <a:pt x="112847" y="1341633"/>
                  </a:lnTo>
                  <a:lnTo>
                    <a:pt x="113769" y="1313514"/>
                  </a:lnTo>
                  <a:lnTo>
                    <a:pt x="117070" y="1243033"/>
                  </a:lnTo>
                  <a:lnTo>
                    <a:pt x="118502" y="1200489"/>
                  </a:lnTo>
                  <a:lnTo>
                    <a:pt x="119157" y="1152956"/>
                  </a:lnTo>
                  <a:lnTo>
                    <a:pt x="118561" y="1100343"/>
                  </a:lnTo>
                  <a:lnTo>
                    <a:pt x="116243" y="1042559"/>
                  </a:lnTo>
                  <a:lnTo>
                    <a:pt x="90192" y="1001381"/>
                  </a:lnTo>
                  <a:lnTo>
                    <a:pt x="67141" y="958244"/>
                  </a:lnTo>
                  <a:lnTo>
                    <a:pt x="47235" y="913294"/>
                  </a:lnTo>
                  <a:lnTo>
                    <a:pt x="30620" y="866676"/>
                  </a:lnTo>
                  <a:lnTo>
                    <a:pt x="17443" y="818536"/>
                  </a:lnTo>
                  <a:lnTo>
                    <a:pt x="7850" y="769019"/>
                  </a:lnTo>
                  <a:lnTo>
                    <a:pt x="1986" y="718270"/>
                  </a:lnTo>
                  <a:lnTo>
                    <a:pt x="0" y="666435"/>
                  </a:lnTo>
                  <a:lnTo>
                    <a:pt x="1673" y="618840"/>
                  </a:lnTo>
                  <a:lnTo>
                    <a:pt x="6617" y="572148"/>
                  </a:lnTo>
                  <a:lnTo>
                    <a:pt x="14721" y="526473"/>
                  </a:lnTo>
                  <a:lnTo>
                    <a:pt x="25870" y="481926"/>
                  </a:lnTo>
                  <a:lnTo>
                    <a:pt x="39952" y="438621"/>
                  </a:lnTo>
                  <a:lnTo>
                    <a:pt x="56854" y="396670"/>
                  </a:lnTo>
                  <a:lnTo>
                    <a:pt x="76464" y="356187"/>
                  </a:lnTo>
                  <a:lnTo>
                    <a:pt x="98668" y="317283"/>
                  </a:lnTo>
                  <a:lnTo>
                    <a:pt x="123355" y="280072"/>
                  </a:lnTo>
                  <a:lnTo>
                    <a:pt x="150411" y="244667"/>
                  </a:lnTo>
                  <a:lnTo>
                    <a:pt x="179724" y="211180"/>
                  </a:lnTo>
                  <a:lnTo>
                    <a:pt x="211180" y="179724"/>
                  </a:lnTo>
                  <a:lnTo>
                    <a:pt x="244667" y="150411"/>
                  </a:lnTo>
                  <a:lnTo>
                    <a:pt x="280072" y="123355"/>
                  </a:lnTo>
                  <a:lnTo>
                    <a:pt x="317283" y="98668"/>
                  </a:lnTo>
                  <a:lnTo>
                    <a:pt x="356187" y="76464"/>
                  </a:lnTo>
                  <a:lnTo>
                    <a:pt x="396670" y="56854"/>
                  </a:lnTo>
                  <a:lnTo>
                    <a:pt x="438621" y="39952"/>
                  </a:lnTo>
                  <a:lnTo>
                    <a:pt x="481926" y="25870"/>
                  </a:lnTo>
                  <a:lnTo>
                    <a:pt x="526473" y="14721"/>
                  </a:lnTo>
                  <a:lnTo>
                    <a:pt x="572148" y="6617"/>
                  </a:lnTo>
                  <a:lnTo>
                    <a:pt x="618840" y="1673"/>
                  </a:lnTo>
                  <a:lnTo>
                    <a:pt x="666435" y="0"/>
                  </a:lnTo>
                  <a:lnTo>
                    <a:pt x="6276745" y="0"/>
                  </a:lnTo>
                  <a:lnTo>
                    <a:pt x="6324332" y="1673"/>
                  </a:lnTo>
                  <a:lnTo>
                    <a:pt x="6371016" y="6617"/>
                  </a:lnTo>
                  <a:lnTo>
                    <a:pt x="6416685" y="14721"/>
                  </a:lnTo>
                  <a:lnTo>
                    <a:pt x="6461225" y="25870"/>
                  </a:lnTo>
                  <a:lnTo>
                    <a:pt x="6504525" y="39952"/>
                  </a:lnTo>
                  <a:lnTo>
                    <a:pt x="6546471" y="56854"/>
                  </a:lnTo>
                  <a:lnTo>
                    <a:pt x="6586950" y="76464"/>
                  </a:lnTo>
                  <a:lnTo>
                    <a:pt x="6625849" y="98668"/>
                  </a:lnTo>
                  <a:lnTo>
                    <a:pt x="6663057" y="123355"/>
                  </a:lnTo>
                  <a:lnTo>
                    <a:pt x="6698459" y="150411"/>
                  </a:lnTo>
                  <a:lnTo>
                    <a:pt x="6731944" y="179724"/>
                  </a:lnTo>
                  <a:lnTo>
                    <a:pt x="6763397" y="211180"/>
                  </a:lnTo>
                  <a:lnTo>
                    <a:pt x="6792708" y="244667"/>
                  </a:lnTo>
                  <a:lnTo>
                    <a:pt x="6819762" y="280072"/>
                  </a:lnTo>
                  <a:lnTo>
                    <a:pt x="6844448" y="317283"/>
                  </a:lnTo>
                  <a:lnTo>
                    <a:pt x="6866652" y="356187"/>
                  </a:lnTo>
                  <a:lnTo>
                    <a:pt x="6886261" y="396670"/>
                  </a:lnTo>
                  <a:lnTo>
                    <a:pt x="6903162" y="438621"/>
                  </a:lnTo>
                  <a:lnTo>
                    <a:pt x="6917244" y="481926"/>
                  </a:lnTo>
                  <a:lnTo>
                    <a:pt x="6928393" y="526473"/>
                  </a:lnTo>
                  <a:lnTo>
                    <a:pt x="6936496" y="572148"/>
                  </a:lnTo>
                  <a:lnTo>
                    <a:pt x="6941440" y="618840"/>
                  </a:lnTo>
                  <a:lnTo>
                    <a:pt x="6943113" y="666435"/>
                  </a:lnTo>
                  <a:lnTo>
                    <a:pt x="6941440" y="714030"/>
                  </a:lnTo>
                  <a:lnTo>
                    <a:pt x="6936495" y="760722"/>
                  </a:lnTo>
                  <a:lnTo>
                    <a:pt x="6928392" y="806398"/>
                  </a:lnTo>
                  <a:lnTo>
                    <a:pt x="6917243" y="850944"/>
                  </a:lnTo>
                  <a:lnTo>
                    <a:pt x="6903161" y="894250"/>
                  </a:lnTo>
                  <a:lnTo>
                    <a:pt x="6886259" y="936200"/>
                  </a:lnTo>
                  <a:lnTo>
                    <a:pt x="6866649" y="976684"/>
                  </a:lnTo>
                  <a:lnTo>
                    <a:pt x="6844444" y="1015587"/>
                  </a:lnTo>
                  <a:lnTo>
                    <a:pt x="6819758" y="1052798"/>
                  </a:lnTo>
                  <a:lnTo>
                    <a:pt x="6792702" y="1088203"/>
                  </a:lnTo>
                  <a:lnTo>
                    <a:pt x="6763389" y="1121691"/>
                  </a:lnTo>
                  <a:lnTo>
                    <a:pt x="6731933" y="1153147"/>
                  </a:lnTo>
                  <a:lnTo>
                    <a:pt x="6698446" y="1182459"/>
                  </a:lnTo>
                  <a:lnTo>
                    <a:pt x="6663041" y="1209515"/>
                  </a:lnTo>
                  <a:lnTo>
                    <a:pt x="6625830" y="1234202"/>
                  </a:lnTo>
                  <a:lnTo>
                    <a:pt x="6586927" y="1256406"/>
                  </a:lnTo>
                  <a:lnTo>
                    <a:pt x="6546443" y="1276016"/>
                  </a:lnTo>
                  <a:lnTo>
                    <a:pt x="6504492" y="1292919"/>
                  </a:lnTo>
                  <a:lnTo>
                    <a:pt x="6461187" y="1307001"/>
                  </a:lnTo>
                  <a:lnTo>
                    <a:pt x="6416641" y="1318150"/>
                  </a:lnTo>
                  <a:lnTo>
                    <a:pt x="6370965" y="1326253"/>
                  </a:lnTo>
                  <a:lnTo>
                    <a:pt x="6324273" y="1331197"/>
                  </a:lnTo>
                  <a:lnTo>
                    <a:pt x="6276678" y="1332871"/>
                  </a:lnTo>
                  <a:lnTo>
                    <a:pt x="666435" y="1332871"/>
                  </a:lnTo>
                  <a:lnTo>
                    <a:pt x="617486" y="1331101"/>
                  </a:lnTo>
                  <a:lnTo>
                    <a:pt x="569497" y="1325871"/>
                  </a:lnTo>
                  <a:lnTo>
                    <a:pt x="522589" y="1317301"/>
                  </a:lnTo>
                  <a:lnTo>
                    <a:pt x="476882" y="1305512"/>
                  </a:lnTo>
                  <a:lnTo>
                    <a:pt x="432496" y="1290624"/>
                  </a:lnTo>
                  <a:lnTo>
                    <a:pt x="324213" y="1344023"/>
                  </a:lnTo>
                  <a:lnTo>
                    <a:pt x="280502" y="1365456"/>
                  </a:lnTo>
                  <a:lnTo>
                    <a:pt x="243114" y="1383258"/>
                  </a:lnTo>
                  <a:lnTo>
                    <a:pt x="185412" y="1407605"/>
                  </a:lnTo>
                  <a:lnTo>
                    <a:pt x="164151" y="1413970"/>
                  </a:lnTo>
                  <a:lnTo>
                    <a:pt x="147320" y="1416341"/>
                  </a:lnTo>
                  <a:close/>
                </a:path>
              </a:pathLst>
            </a:custGeom>
            <a:solidFill>
              <a:srgbClr val="0A5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32">
              <a:extLst>
                <a:ext uri="{FF2B5EF4-FFF2-40B4-BE49-F238E27FC236}">
                  <a16:creationId xmlns:a16="http://schemas.microsoft.com/office/drawing/2014/main" id="{30413F2E-23F4-2B7D-55A6-71BAC9DE79C4}"/>
                </a:ext>
              </a:extLst>
            </p:cNvPr>
            <p:cNvSpPr/>
            <p:nvPr/>
          </p:nvSpPr>
          <p:spPr>
            <a:xfrm>
              <a:off x="10423728" y="4658778"/>
              <a:ext cx="6261100" cy="1031875"/>
            </a:xfrm>
            <a:custGeom>
              <a:avLst/>
              <a:gdLst/>
              <a:ahLst/>
              <a:cxnLst/>
              <a:rect l="l" t="t" r="r" b="b"/>
              <a:pathLst>
                <a:path w="6261100" h="1031875">
                  <a:moveTo>
                    <a:pt x="6260579" y="567486"/>
                  </a:moveTo>
                  <a:lnTo>
                    <a:pt x="6258382" y="525945"/>
                  </a:lnTo>
                  <a:lnTo>
                    <a:pt x="6251905" y="485368"/>
                  </a:lnTo>
                  <a:lnTo>
                    <a:pt x="6241326" y="445935"/>
                  </a:lnTo>
                  <a:lnTo>
                    <a:pt x="6226848" y="407758"/>
                  </a:lnTo>
                  <a:lnTo>
                    <a:pt x="6208623" y="371017"/>
                  </a:lnTo>
                  <a:lnTo>
                    <a:pt x="6186830" y="335813"/>
                  </a:lnTo>
                  <a:lnTo>
                    <a:pt x="6161671" y="302336"/>
                  </a:lnTo>
                  <a:lnTo>
                    <a:pt x="6133312" y="270687"/>
                  </a:lnTo>
                  <a:lnTo>
                    <a:pt x="6101943" y="241046"/>
                  </a:lnTo>
                  <a:lnTo>
                    <a:pt x="6067730" y="213537"/>
                  </a:lnTo>
                  <a:lnTo>
                    <a:pt x="6030861" y="188315"/>
                  </a:lnTo>
                  <a:lnTo>
                    <a:pt x="5991517" y="165519"/>
                  </a:lnTo>
                  <a:lnTo>
                    <a:pt x="5949861" y="145288"/>
                  </a:lnTo>
                  <a:lnTo>
                    <a:pt x="5906097" y="127774"/>
                  </a:lnTo>
                  <a:lnTo>
                    <a:pt x="5860402" y="113131"/>
                  </a:lnTo>
                  <a:lnTo>
                    <a:pt x="5812942" y="101485"/>
                  </a:lnTo>
                  <a:lnTo>
                    <a:pt x="5763895" y="92989"/>
                  </a:lnTo>
                  <a:lnTo>
                    <a:pt x="5713463" y="87782"/>
                  </a:lnTo>
                  <a:lnTo>
                    <a:pt x="5661799" y="86017"/>
                  </a:lnTo>
                  <a:lnTo>
                    <a:pt x="801103" y="86017"/>
                  </a:lnTo>
                  <a:lnTo>
                    <a:pt x="758926" y="60782"/>
                  </a:lnTo>
                  <a:lnTo>
                    <a:pt x="714273" y="39573"/>
                  </a:lnTo>
                  <a:lnTo>
                    <a:pt x="667397" y="22631"/>
                  </a:lnTo>
                  <a:lnTo>
                    <a:pt x="618540" y="10223"/>
                  </a:lnTo>
                  <a:lnTo>
                    <a:pt x="567956" y="2603"/>
                  </a:lnTo>
                  <a:lnTo>
                    <a:pt x="515874" y="0"/>
                  </a:lnTo>
                  <a:lnTo>
                    <a:pt x="468922" y="2108"/>
                  </a:lnTo>
                  <a:lnTo>
                    <a:pt x="423151" y="8305"/>
                  </a:lnTo>
                  <a:lnTo>
                    <a:pt x="378739" y="18427"/>
                  </a:lnTo>
                  <a:lnTo>
                    <a:pt x="335876" y="32270"/>
                  </a:lnTo>
                  <a:lnTo>
                    <a:pt x="294728" y="49657"/>
                  </a:lnTo>
                  <a:lnTo>
                    <a:pt x="255511" y="70421"/>
                  </a:lnTo>
                  <a:lnTo>
                    <a:pt x="218376" y="94361"/>
                  </a:lnTo>
                  <a:lnTo>
                    <a:pt x="183502" y="121297"/>
                  </a:lnTo>
                  <a:lnTo>
                    <a:pt x="151104" y="151066"/>
                  </a:lnTo>
                  <a:lnTo>
                    <a:pt x="121335" y="183464"/>
                  </a:lnTo>
                  <a:lnTo>
                    <a:pt x="94386" y="218325"/>
                  </a:lnTo>
                  <a:lnTo>
                    <a:pt x="70434" y="255460"/>
                  </a:lnTo>
                  <a:lnTo>
                    <a:pt x="49669" y="294678"/>
                  </a:lnTo>
                  <a:lnTo>
                    <a:pt x="32283" y="335813"/>
                  </a:lnTo>
                  <a:lnTo>
                    <a:pt x="18427" y="378675"/>
                  </a:lnTo>
                  <a:lnTo>
                    <a:pt x="8318" y="423075"/>
                  </a:lnTo>
                  <a:lnTo>
                    <a:pt x="2108" y="468845"/>
                  </a:lnTo>
                  <a:lnTo>
                    <a:pt x="0" y="515797"/>
                  </a:lnTo>
                  <a:lnTo>
                    <a:pt x="2184" y="563499"/>
                  </a:lnTo>
                  <a:lnTo>
                    <a:pt x="8585" y="609981"/>
                  </a:lnTo>
                  <a:lnTo>
                    <a:pt x="19024" y="655040"/>
                  </a:lnTo>
                  <a:lnTo>
                    <a:pt x="33299" y="698500"/>
                  </a:lnTo>
                  <a:lnTo>
                    <a:pt x="51231" y="740168"/>
                  </a:lnTo>
                  <a:lnTo>
                    <a:pt x="72631" y="779843"/>
                  </a:lnTo>
                  <a:lnTo>
                    <a:pt x="97294" y="817346"/>
                  </a:lnTo>
                  <a:lnTo>
                    <a:pt x="125031" y="852474"/>
                  </a:lnTo>
                  <a:lnTo>
                    <a:pt x="155663" y="885050"/>
                  </a:lnTo>
                  <a:lnTo>
                    <a:pt x="188988" y="914869"/>
                  </a:lnTo>
                  <a:lnTo>
                    <a:pt x="224828" y="941755"/>
                  </a:lnTo>
                  <a:lnTo>
                    <a:pt x="262966" y="965504"/>
                  </a:lnTo>
                  <a:lnTo>
                    <a:pt x="303237" y="985926"/>
                  </a:lnTo>
                  <a:lnTo>
                    <a:pt x="345440" y="1002830"/>
                  </a:lnTo>
                  <a:lnTo>
                    <a:pt x="389382" y="1016025"/>
                  </a:lnTo>
                  <a:lnTo>
                    <a:pt x="434873" y="1025334"/>
                  </a:lnTo>
                  <a:lnTo>
                    <a:pt x="474929" y="1030058"/>
                  </a:lnTo>
                  <a:lnTo>
                    <a:pt x="515874" y="1031671"/>
                  </a:lnTo>
                  <a:lnTo>
                    <a:pt x="540131" y="1031087"/>
                  </a:lnTo>
                  <a:lnTo>
                    <a:pt x="564070" y="1029373"/>
                  </a:lnTo>
                  <a:lnTo>
                    <a:pt x="587705" y="1026579"/>
                  </a:lnTo>
                  <a:lnTo>
                    <a:pt x="610997" y="1022756"/>
                  </a:lnTo>
                  <a:lnTo>
                    <a:pt x="5856859" y="1022756"/>
                  </a:lnTo>
                  <a:lnTo>
                    <a:pt x="5911570" y="1005166"/>
                  </a:lnTo>
                  <a:lnTo>
                    <a:pt x="5949607" y="989749"/>
                  </a:lnTo>
                  <a:lnTo>
                    <a:pt x="5997753" y="966089"/>
                  </a:lnTo>
                  <a:lnTo>
                    <a:pt x="6042749" y="938961"/>
                  </a:lnTo>
                  <a:lnTo>
                    <a:pt x="6084341" y="908608"/>
                  </a:lnTo>
                  <a:lnTo>
                    <a:pt x="6122225" y="875271"/>
                  </a:lnTo>
                  <a:lnTo>
                    <a:pt x="6156147" y="839190"/>
                  </a:lnTo>
                  <a:lnTo>
                    <a:pt x="6186055" y="800366"/>
                  </a:lnTo>
                  <a:lnTo>
                    <a:pt x="6207772" y="765314"/>
                  </a:lnTo>
                  <a:lnTo>
                    <a:pt x="6208293" y="764590"/>
                  </a:lnTo>
                  <a:lnTo>
                    <a:pt x="6225527" y="730199"/>
                  </a:lnTo>
                  <a:lnTo>
                    <a:pt x="6242748" y="684720"/>
                  </a:lnTo>
                  <a:lnTo>
                    <a:pt x="6254102" y="638581"/>
                  </a:lnTo>
                  <a:lnTo>
                    <a:pt x="6259652" y="594550"/>
                  </a:lnTo>
                  <a:lnTo>
                    <a:pt x="6260312" y="582739"/>
                  </a:lnTo>
                  <a:lnTo>
                    <a:pt x="6260579" y="5674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33">
            <a:extLst>
              <a:ext uri="{FF2B5EF4-FFF2-40B4-BE49-F238E27FC236}">
                <a16:creationId xmlns:a16="http://schemas.microsoft.com/office/drawing/2014/main" id="{36305E4B-ED92-709A-CC05-C47395FEF273}"/>
              </a:ext>
            </a:extLst>
          </p:cNvPr>
          <p:cNvSpPr txBox="1"/>
          <p:nvPr/>
        </p:nvSpPr>
        <p:spPr>
          <a:xfrm>
            <a:off x="11524739" y="3770148"/>
            <a:ext cx="4751070" cy="57644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2050"/>
              </a:lnSpc>
              <a:spcBef>
                <a:spcPts val="295"/>
              </a:spcBef>
            </a:pPr>
            <a:r>
              <a:rPr lang="en-US" b="1" spc="85" dirty="0">
                <a:solidFill>
                  <a:srgbClr val="00336A"/>
                </a:solidFill>
                <a:latin typeface="Tahoma"/>
                <a:cs typeface="Tahoma"/>
              </a:rPr>
              <a:t>Large Language Model Cost (Open Source): 5$/month</a:t>
            </a:r>
            <a:r>
              <a:rPr lang="en-US" sz="1800" b="1" spc="85" dirty="0">
                <a:solidFill>
                  <a:srgbClr val="00336A"/>
                </a:solidFill>
                <a:latin typeface="Tahoma"/>
                <a:cs typeface="Tahoma"/>
              </a:rPr>
              <a:t> </a:t>
            </a:r>
            <a:endParaRPr sz="1800" dirty="0">
              <a:latin typeface="Tahoma"/>
              <a:cs typeface="Tahoma"/>
            </a:endParaRPr>
          </a:p>
        </p:txBody>
      </p:sp>
      <p:grpSp>
        <p:nvGrpSpPr>
          <p:cNvPr id="74" name="object 34">
            <a:extLst>
              <a:ext uri="{FF2B5EF4-FFF2-40B4-BE49-F238E27FC236}">
                <a16:creationId xmlns:a16="http://schemas.microsoft.com/office/drawing/2014/main" id="{8136620B-43D9-DAF1-1DBB-12EC2AF1AF2D}"/>
              </a:ext>
            </a:extLst>
          </p:cNvPr>
          <p:cNvGrpSpPr/>
          <p:nvPr/>
        </p:nvGrpSpPr>
        <p:grpSpPr>
          <a:xfrm>
            <a:off x="10566489" y="3738500"/>
            <a:ext cx="682625" cy="682625"/>
            <a:chOff x="10547950" y="4865708"/>
            <a:chExt cx="682625" cy="682625"/>
          </a:xfrm>
        </p:grpSpPr>
        <p:sp>
          <p:nvSpPr>
            <p:cNvPr id="75" name="object 35">
              <a:extLst>
                <a:ext uri="{FF2B5EF4-FFF2-40B4-BE49-F238E27FC236}">
                  <a16:creationId xmlns:a16="http://schemas.microsoft.com/office/drawing/2014/main" id="{737DE640-8DB8-6DB1-DE12-29903FBA9C80}"/>
                </a:ext>
              </a:extLst>
            </p:cNvPr>
            <p:cNvSpPr/>
            <p:nvPr/>
          </p:nvSpPr>
          <p:spPr>
            <a:xfrm>
              <a:off x="10547950" y="4865708"/>
              <a:ext cx="682625" cy="682625"/>
            </a:xfrm>
            <a:custGeom>
              <a:avLst/>
              <a:gdLst/>
              <a:ahLst/>
              <a:cxnLst/>
              <a:rect l="l" t="t" r="r" b="b"/>
              <a:pathLst>
                <a:path w="682625" h="682625">
                  <a:moveTo>
                    <a:pt x="341191" y="682382"/>
                  </a:moveTo>
                  <a:lnTo>
                    <a:pt x="294893" y="679268"/>
                  </a:lnTo>
                  <a:lnTo>
                    <a:pt x="250489" y="670195"/>
                  </a:lnTo>
                  <a:lnTo>
                    <a:pt x="208384" y="655570"/>
                  </a:lnTo>
                  <a:lnTo>
                    <a:pt x="168985" y="635800"/>
                  </a:lnTo>
                  <a:lnTo>
                    <a:pt x="132699" y="611291"/>
                  </a:lnTo>
                  <a:lnTo>
                    <a:pt x="99932" y="582449"/>
                  </a:lnTo>
                  <a:lnTo>
                    <a:pt x="71091" y="549683"/>
                  </a:lnTo>
                  <a:lnTo>
                    <a:pt x="46582" y="513396"/>
                  </a:lnTo>
                  <a:lnTo>
                    <a:pt x="26812" y="473998"/>
                  </a:lnTo>
                  <a:lnTo>
                    <a:pt x="12187" y="431893"/>
                  </a:lnTo>
                  <a:lnTo>
                    <a:pt x="3114" y="387488"/>
                  </a:lnTo>
                  <a:lnTo>
                    <a:pt x="0" y="341191"/>
                  </a:lnTo>
                  <a:lnTo>
                    <a:pt x="3114" y="294893"/>
                  </a:lnTo>
                  <a:lnTo>
                    <a:pt x="12187" y="250489"/>
                  </a:lnTo>
                  <a:lnTo>
                    <a:pt x="26812" y="208384"/>
                  </a:lnTo>
                  <a:lnTo>
                    <a:pt x="46581" y="168985"/>
                  </a:lnTo>
                  <a:lnTo>
                    <a:pt x="71090" y="132699"/>
                  </a:lnTo>
                  <a:lnTo>
                    <a:pt x="99931" y="99932"/>
                  </a:lnTo>
                  <a:lnTo>
                    <a:pt x="132697" y="71091"/>
                  </a:lnTo>
                  <a:lnTo>
                    <a:pt x="168983" y="46582"/>
                  </a:lnTo>
                  <a:lnTo>
                    <a:pt x="208381" y="26812"/>
                  </a:lnTo>
                  <a:lnTo>
                    <a:pt x="250486" y="12187"/>
                  </a:lnTo>
                  <a:lnTo>
                    <a:pt x="294890" y="3114"/>
                  </a:lnTo>
                  <a:lnTo>
                    <a:pt x="341188" y="0"/>
                  </a:lnTo>
                  <a:lnTo>
                    <a:pt x="390939" y="3601"/>
                  </a:lnTo>
                  <a:lnTo>
                    <a:pt x="438461" y="14066"/>
                  </a:lnTo>
                  <a:lnTo>
                    <a:pt x="483249" y="30889"/>
                  </a:lnTo>
                  <a:lnTo>
                    <a:pt x="524795" y="53564"/>
                  </a:lnTo>
                  <a:lnTo>
                    <a:pt x="562593" y="81582"/>
                  </a:lnTo>
                  <a:lnTo>
                    <a:pt x="596136" y="114439"/>
                  </a:lnTo>
                  <a:lnTo>
                    <a:pt x="624918" y="151627"/>
                  </a:lnTo>
                  <a:lnTo>
                    <a:pt x="648432" y="192639"/>
                  </a:lnTo>
                  <a:lnTo>
                    <a:pt x="666171" y="236969"/>
                  </a:lnTo>
                  <a:lnTo>
                    <a:pt x="677628" y="284111"/>
                  </a:lnTo>
                  <a:lnTo>
                    <a:pt x="682298" y="333557"/>
                  </a:lnTo>
                  <a:lnTo>
                    <a:pt x="682385" y="338639"/>
                  </a:lnTo>
                  <a:lnTo>
                    <a:pt x="682385" y="341191"/>
                  </a:lnTo>
                  <a:lnTo>
                    <a:pt x="679172" y="388206"/>
                  </a:lnTo>
                  <a:lnTo>
                    <a:pt x="669818" y="433261"/>
                  </a:lnTo>
                  <a:lnTo>
                    <a:pt x="654748" y="475930"/>
                  </a:lnTo>
                  <a:lnTo>
                    <a:pt x="634389" y="515786"/>
                  </a:lnTo>
                  <a:lnTo>
                    <a:pt x="609167" y="552404"/>
                  </a:lnTo>
                  <a:lnTo>
                    <a:pt x="579508" y="585358"/>
                  </a:lnTo>
                  <a:lnTo>
                    <a:pt x="545837" y="614221"/>
                  </a:lnTo>
                  <a:lnTo>
                    <a:pt x="508582" y="638568"/>
                  </a:lnTo>
                  <a:lnTo>
                    <a:pt x="468168" y="657972"/>
                  </a:lnTo>
                  <a:lnTo>
                    <a:pt x="425021" y="672008"/>
                  </a:lnTo>
                  <a:lnTo>
                    <a:pt x="383894" y="679736"/>
                  </a:lnTo>
                  <a:lnTo>
                    <a:pt x="341191" y="682382"/>
                  </a:lnTo>
                  <a:close/>
                </a:path>
              </a:pathLst>
            </a:custGeom>
            <a:solidFill>
              <a:srgbClr val="0A5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36">
              <a:extLst>
                <a:ext uri="{FF2B5EF4-FFF2-40B4-BE49-F238E27FC236}">
                  <a16:creationId xmlns:a16="http://schemas.microsoft.com/office/drawing/2014/main" id="{EC666C29-DDDC-78F3-818D-F656CF8D3199}"/>
                </a:ext>
              </a:extLst>
            </p:cNvPr>
            <p:cNvSpPr/>
            <p:nvPr/>
          </p:nvSpPr>
          <p:spPr>
            <a:xfrm>
              <a:off x="10709902" y="5078539"/>
              <a:ext cx="520700" cy="459740"/>
            </a:xfrm>
            <a:custGeom>
              <a:avLst/>
              <a:gdLst/>
              <a:ahLst/>
              <a:cxnLst/>
              <a:rect l="l" t="t" r="r" b="b"/>
              <a:pathLst>
                <a:path w="520700" h="459739">
                  <a:moveTo>
                    <a:pt x="263068" y="459177"/>
                  </a:moveTo>
                  <a:lnTo>
                    <a:pt x="0" y="196105"/>
                  </a:lnTo>
                  <a:lnTo>
                    <a:pt x="69680" y="126425"/>
                  </a:lnTo>
                  <a:lnTo>
                    <a:pt x="171437" y="228185"/>
                  </a:lnTo>
                  <a:lnTo>
                    <a:pt x="399622" y="0"/>
                  </a:lnTo>
                  <a:lnTo>
                    <a:pt x="520349" y="120726"/>
                  </a:lnTo>
                  <a:lnTo>
                    <a:pt x="520401" y="123264"/>
                  </a:lnTo>
                  <a:lnTo>
                    <a:pt x="520433" y="125808"/>
                  </a:lnTo>
                  <a:lnTo>
                    <a:pt x="520433" y="128360"/>
                  </a:lnTo>
                  <a:lnTo>
                    <a:pt x="517220" y="175375"/>
                  </a:lnTo>
                  <a:lnTo>
                    <a:pt x="507866" y="220430"/>
                  </a:lnTo>
                  <a:lnTo>
                    <a:pt x="492796" y="263099"/>
                  </a:lnTo>
                  <a:lnTo>
                    <a:pt x="472437" y="302955"/>
                  </a:lnTo>
                  <a:lnTo>
                    <a:pt x="447215" y="339574"/>
                  </a:lnTo>
                  <a:lnTo>
                    <a:pt x="417555" y="372527"/>
                  </a:lnTo>
                  <a:lnTo>
                    <a:pt x="383885" y="401391"/>
                  </a:lnTo>
                  <a:lnTo>
                    <a:pt x="346630" y="425738"/>
                  </a:lnTo>
                  <a:lnTo>
                    <a:pt x="306215" y="445142"/>
                  </a:lnTo>
                  <a:lnTo>
                    <a:pt x="263068" y="459177"/>
                  </a:lnTo>
                  <a:close/>
                </a:path>
              </a:pathLst>
            </a:custGeom>
            <a:solidFill>
              <a:srgbClr val="0A2E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37">
              <a:extLst>
                <a:ext uri="{FF2B5EF4-FFF2-40B4-BE49-F238E27FC236}">
                  <a16:creationId xmlns:a16="http://schemas.microsoft.com/office/drawing/2014/main" id="{FAAEFA53-2BA0-9FDC-4828-FD1C76423B3A}"/>
                </a:ext>
              </a:extLst>
            </p:cNvPr>
            <p:cNvSpPr/>
            <p:nvPr/>
          </p:nvSpPr>
          <p:spPr>
            <a:xfrm>
              <a:off x="10654487" y="5023127"/>
              <a:ext cx="469900" cy="367665"/>
            </a:xfrm>
            <a:custGeom>
              <a:avLst/>
              <a:gdLst/>
              <a:ahLst/>
              <a:cxnLst/>
              <a:rect l="l" t="t" r="r" b="b"/>
              <a:pathLst>
                <a:path w="469900" h="367664">
                  <a:moveTo>
                    <a:pt x="171440" y="367546"/>
                  </a:moveTo>
                  <a:lnTo>
                    <a:pt x="0" y="196105"/>
                  </a:lnTo>
                  <a:lnTo>
                    <a:pt x="69680" y="126425"/>
                  </a:lnTo>
                  <a:lnTo>
                    <a:pt x="171440" y="228185"/>
                  </a:lnTo>
                  <a:lnTo>
                    <a:pt x="399625" y="0"/>
                  </a:lnTo>
                  <a:lnTo>
                    <a:pt x="469305" y="69680"/>
                  </a:lnTo>
                  <a:lnTo>
                    <a:pt x="171440" y="3675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69848AB0-87B2-6C11-8644-FB0A3B4AA3D1}"/>
              </a:ext>
            </a:extLst>
          </p:cNvPr>
          <p:cNvSpPr txBox="1"/>
          <p:nvPr/>
        </p:nvSpPr>
        <p:spPr>
          <a:xfrm>
            <a:off x="10406564" y="5295900"/>
            <a:ext cx="62968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Pembayaran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LLM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dilakukan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langsung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oleh client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dalam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SNAPY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OpenRouter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B51F548-FA38-6B6B-FB5A-F1AF1069F0B0}"/>
              </a:ext>
            </a:extLst>
          </p:cNvPr>
          <p:cNvGrpSpPr/>
          <p:nvPr/>
        </p:nvGrpSpPr>
        <p:grpSpPr>
          <a:xfrm>
            <a:off x="1161539" y="2820222"/>
            <a:ext cx="7105015" cy="1449705"/>
            <a:chOff x="1167615" y="4478092"/>
            <a:chExt cx="7105015" cy="1449705"/>
          </a:xfrm>
        </p:grpSpPr>
        <p:grpSp>
          <p:nvGrpSpPr>
            <p:cNvPr id="39" name="object 13">
              <a:extLst>
                <a:ext uri="{FF2B5EF4-FFF2-40B4-BE49-F238E27FC236}">
                  <a16:creationId xmlns:a16="http://schemas.microsoft.com/office/drawing/2014/main" id="{48C33748-EC9E-D2B1-59A6-F967127CC710}"/>
                </a:ext>
              </a:extLst>
            </p:cNvPr>
            <p:cNvGrpSpPr/>
            <p:nvPr/>
          </p:nvGrpSpPr>
          <p:grpSpPr>
            <a:xfrm>
              <a:off x="1167615" y="4478092"/>
              <a:ext cx="7105015" cy="1449705"/>
              <a:chOff x="1167615" y="4478092"/>
              <a:chExt cx="7105015" cy="1449705"/>
            </a:xfrm>
          </p:grpSpPr>
          <p:sp>
            <p:nvSpPr>
              <p:cNvPr id="45" name="object 14">
                <a:extLst>
                  <a:ext uri="{FF2B5EF4-FFF2-40B4-BE49-F238E27FC236}">
                    <a16:creationId xmlns:a16="http://schemas.microsoft.com/office/drawing/2014/main" id="{9DB6F406-B0B1-D00D-4537-049113062352}"/>
                  </a:ext>
                </a:extLst>
              </p:cNvPr>
              <p:cNvSpPr/>
              <p:nvPr/>
            </p:nvSpPr>
            <p:spPr>
              <a:xfrm>
                <a:off x="1167615" y="4478092"/>
                <a:ext cx="7105015" cy="1449705"/>
              </a:xfrm>
              <a:custGeom>
                <a:avLst/>
                <a:gdLst/>
                <a:ahLst/>
                <a:cxnLst/>
                <a:rect l="l" t="t" r="r" b="b"/>
                <a:pathLst>
                  <a:path w="7105015" h="1449704">
                    <a:moveTo>
                      <a:pt x="150743" y="1449251"/>
                    </a:moveTo>
                    <a:lnTo>
                      <a:pt x="117492" y="1416239"/>
                    </a:lnTo>
                    <a:lnTo>
                      <a:pt x="115469" y="1372807"/>
                    </a:lnTo>
                    <a:lnTo>
                      <a:pt x="116413" y="1344035"/>
                    </a:lnTo>
                    <a:lnTo>
                      <a:pt x="119790" y="1271916"/>
                    </a:lnTo>
                    <a:lnTo>
                      <a:pt x="121255" y="1228384"/>
                    </a:lnTo>
                    <a:lnTo>
                      <a:pt x="121926" y="1179746"/>
                    </a:lnTo>
                    <a:lnTo>
                      <a:pt x="121316" y="1125910"/>
                    </a:lnTo>
                    <a:lnTo>
                      <a:pt x="118944" y="1066784"/>
                    </a:lnTo>
                    <a:lnTo>
                      <a:pt x="92288" y="1024649"/>
                    </a:lnTo>
                    <a:lnTo>
                      <a:pt x="68701" y="980510"/>
                    </a:lnTo>
                    <a:lnTo>
                      <a:pt x="48332" y="934515"/>
                    </a:lnTo>
                    <a:lnTo>
                      <a:pt x="31331" y="886814"/>
                    </a:lnTo>
                    <a:lnTo>
                      <a:pt x="17848" y="837555"/>
                    </a:lnTo>
                    <a:lnTo>
                      <a:pt x="8032" y="786888"/>
                    </a:lnTo>
                    <a:lnTo>
                      <a:pt x="2033" y="734960"/>
                    </a:lnTo>
                    <a:lnTo>
                      <a:pt x="0" y="681920"/>
                    </a:lnTo>
                    <a:lnTo>
                      <a:pt x="1712" y="633219"/>
                    </a:lnTo>
                    <a:lnTo>
                      <a:pt x="6771" y="585443"/>
                    </a:lnTo>
                    <a:lnTo>
                      <a:pt x="15063" y="538706"/>
                    </a:lnTo>
                    <a:lnTo>
                      <a:pt x="26471" y="493124"/>
                    </a:lnTo>
                    <a:lnTo>
                      <a:pt x="40880" y="448813"/>
                    </a:lnTo>
                    <a:lnTo>
                      <a:pt x="58175" y="405887"/>
                    </a:lnTo>
                    <a:lnTo>
                      <a:pt x="78241" y="364463"/>
                    </a:lnTo>
                    <a:lnTo>
                      <a:pt x="100961" y="324655"/>
                    </a:lnTo>
                    <a:lnTo>
                      <a:pt x="126221" y="286580"/>
                    </a:lnTo>
                    <a:lnTo>
                      <a:pt x="153906" y="250352"/>
                    </a:lnTo>
                    <a:lnTo>
                      <a:pt x="183900" y="216087"/>
                    </a:lnTo>
                    <a:lnTo>
                      <a:pt x="216087" y="183900"/>
                    </a:lnTo>
                    <a:lnTo>
                      <a:pt x="250352" y="153906"/>
                    </a:lnTo>
                    <a:lnTo>
                      <a:pt x="286580" y="126221"/>
                    </a:lnTo>
                    <a:lnTo>
                      <a:pt x="324656" y="100961"/>
                    </a:lnTo>
                    <a:lnTo>
                      <a:pt x="364463" y="78241"/>
                    </a:lnTo>
                    <a:lnTo>
                      <a:pt x="405887" y="58175"/>
                    </a:lnTo>
                    <a:lnTo>
                      <a:pt x="448813" y="40880"/>
                    </a:lnTo>
                    <a:lnTo>
                      <a:pt x="493124" y="26471"/>
                    </a:lnTo>
                    <a:lnTo>
                      <a:pt x="538706" y="15063"/>
                    </a:lnTo>
                    <a:lnTo>
                      <a:pt x="585443" y="6771"/>
                    </a:lnTo>
                    <a:lnTo>
                      <a:pt x="633219" y="1712"/>
                    </a:lnTo>
                    <a:lnTo>
                      <a:pt x="681921" y="0"/>
                    </a:lnTo>
                    <a:lnTo>
                      <a:pt x="6422592" y="0"/>
                    </a:lnTo>
                    <a:lnTo>
                      <a:pt x="6471284" y="1712"/>
                    </a:lnTo>
                    <a:lnTo>
                      <a:pt x="6519053" y="6771"/>
                    </a:lnTo>
                    <a:lnTo>
                      <a:pt x="6565783" y="15063"/>
                    </a:lnTo>
                    <a:lnTo>
                      <a:pt x="6611359" y="26471"/>
                    </a:lnTo>
                    <a:lnTo>
                      <a:pt x="6655664" y="40880"/>
                    </a:lnTo>
                    <a:lnTo>
                      <a:pt x="6698585" y="58175"/>
                    </a:lnTo>
                    <a:lnTo>
                      <a:pt x="6740004" y="78241"/>
                    </a:lnTo>
                    <a:lnTo>
                      <a:pt x="6779808" y="100961"/>
                    </a:lnTo>
                    <a:lnTo>
                      <a:pt x="6817879" y="126221"/>
                    </a:lnTo>
                    <a:lnTo>
                      <a:pt x="6854104" y="153906"/>
                    </a:lnTo>
                    <a:lnTo>
                      <a:pt x="6888367" y="183900"/>
                    </a:lnTo>
                    <a:lnTo>
                      <a:pt x="6920552" y="216087"/>
                    </a:lnTo>
                    <a:lnTo>
                      <a:pt x="6950544" y="250352"/>
                    </a:lnTo>
                    <a:lnTo>
                      <a:pt x="6978227" y="286580"/>
                    </a:lnTo>
                    <a:lnTo>
                      <a:pt x="7003486" y="324655"/>
                    </a:lnTo>
                    <a:lnTo>
                      <a:pt x="7026205" y="364463"/>
                    </a:lnTo>
                    <a:lnTo>
                      <a:pt x="7046270" y="405887"/>
                    </a:lnTo>
                    <a:lnTo>
                      <a:pt x="7063564" y="448813"/>
                    </a:lnTo>
                    <a:lnTo>
                      <a:pt x="7077973" y="493124"/>
                    </a:lnTo>
                    <a:lnTo>
                      <a:pt x="7089381" y="538706"/>
                    </a:lnTo>
                    <a:lnTo>
                      <a:pt x="7097672" y="585443"/>
                    </a:lnTo>
                    <a:lnTo>
                      <a:pt x="7102731" y="633219"/>
                    </a:lnTo>
                    <a:lnTo>
                      <a:pt x="7104443" y="681920"/>
                    </a:lnTo>
                    <a:lnTo>
                      <a:pt x="7102731" y="730622"/>
                    </a:lnTo>
                    <a:lnTo>
                      <a:pt x="7097672" y="778398"/>
                    </a:lnTo>
                    <a:lnTo>
                      <a:pt x="7089380" y="825135"/>
                    </a:lnTo>
                    <a:lnTo>
                      <a:pt x="7077972" y="870717"/>
                    </a:lnTo>
                    <a:lnTo>
                      <a:pt x="7063563" y="915028"/>
                    </a:lnTo>
                    <a:lnTo>
                      <a:pt x="7046268" y="957954"/>
                    </a:lnTo>
                    <a:lnTo>
                      <a:pt x="7026202" y="999378"/>
                    </a:lnTo>
                    <a:lnTo>
                      <a:pt x="7003482" y="1039185"/>
                    </a:lnTo>
                    <a:lnTo>
                      <a:pt x="6978222" y="1077261"/>
                    </a:lnTo>
                    <a:lnTo>
                      <a:pt x="6950537" y="1113489"/>
                    </a:lnTo>
                    <a:lnTo>
                      <a:pt x="6920544" y="1147754"/>
                    </a:lnTo>
                    <a:lnTo>
                      <a:pt x="6888357" y="1179941"/>
                    </a:lnTo>
                    <a:lnTo>
                      <a:pt x="6854091" y="1209935"/>
                    </a:lnTo>
                    <a:lnTo>
                      <a:pt x="6817863" y="1237619"/>
                    </a:lnTo>
                    <a:lnTo>
                      <a:pt x="6779788" y="1262880"/>
                    </a:lnTo>
                    <a:lnTo>
                      <a:pt x="6739980" y="1285600"/>
                    </a:lnTo>
                    <a:lnTo>
                      <a:pt x="6698556" y="1305666"/>
                    </a:lnTo>
                    <a:lnTo>
                      <a:pt x="6655631" y="1322961"/>
                    </a:lnTo>
                    <a:lnTo>
                      <a:pt x="6611320" y="1337370"/>
                    </a:lnTo>
                    <a:lnTo>
                      <a:pt x="6565738" y="1348778"/>
                    </a:lnTo>
                    <a:lnTo>
                      <a:pt x="6519001" y="1357070"/>
                    </a:lnTo>
                    <a:lnTo>
                      <a:pt x="6471224" y="1362129"/>
                    </a:lnTo>
                    <a:lnTo>
                      <a:pt x="6422523" y="1363841"/>
                    </a:lnTo>
                    <a:lnTo>
                      <a:pt x="681920" y="1363841"/>
                    </a:lnTo>
                    <a:lnTo>
                      <a:pt x="631834" y="1362030"/>
                    </a:lnTo>
                    <a:lnTo>
                      <a:pt x="582730" y="1356678"/>
                    </a:lnTo>
                    <a:lnTo>
                      <a:pt x="534732" y="1347910"/>
                    </a:lnTo>
                    <a:lnTo>
                      <a:pt x="487963" y="1335847"/>
                    </a:lnTo>
                    <a:lnTo>
                      <a:pt x="442545" y="1320613"/>
                    </a:lnTo>
                    <a:lnTo>
                      <a:pt x="331746" y="1375253"/>
                    </a:lnTo>
                    <a:lnTo>
                      <a:pt x="287020" y="1397184"/>
                    </a:lnTo>
                    <a:lnTo>
                      <a:pt x="248763" y="1415399"/>
                    </a:lnTo>
                    <a:lnTo>
                      <a:pt x="189720" y="1440312"/>
                    </a:lnTo>
                    <a:lnTo>
                      <a:pt x="167965" y="1446825"/>
                    </a:lnTo>
                    <a:lnTo>
                      <a:pt x="150743" y="1449251"/>
                    </a:lnTo>
                    <a:close/>
                  </a:path>
                </a:pathLst>
              </a:custGeom>
              <a:solidFill>
                <a:srgbClr val="0A5EA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15">
                <a:extLst>
                  <a:ext uri="{FF2B5EF4-FFF2-40B4-BE49-F238E27FC236}">
                    <a16:creationId xmlns:a16="http://schemas.microsoft.com/office/drawing/2014/main" id="{FEC64378-7444-DA1B-DBC4-40960CAE91C3}"/>
                  </a:ext>
                </a:extLst>
              </p:cNvPr>
              <p:cNvSpPr/>
              <p:nvPr/>
            </p:nvSpPr>
            <p:spPr>
              <a:xfrm>
                <a:off x="1414208" y="4622037"/>
                <a:ext cx="6406515" cy="1056005"/>
              </a:xfrm>
              <a:custGeom>
                <a:avLst/>
                <a:gdLst/>
                <a:ahLst/>
                <a:cxnLst/>
                <a:rect l="l" t="t" r="r" b="b"/>
                <a:pathLst>
                  <a:path w="6406515" h="1056004">
                    <a:moveTo>
                      <a:pt x="6406045" y="580669"/>
                    </a:moveTo>
                    <a:lnTo>
                      <a:pt x="6403797" y="538149"/>
                    </a:lnTo>
                    <a:lnTo>
                      <a:pt x="6397168" y="496646"/>
                    </a:lnTo>
                    <a:lnTo>
                      <a:pt x="6386347" y="456285"/>
                    </a:lnTo>
                    <a:lnTo>
                      <a:pt x="6371526" y="417233"/>
                    </a:lnTo>
                    <a:lnTo>
                      <a:pt x="6352883" y="379628"/>
                    </a:lnTo>
                    <a:lnTo>
                      <a:pt x="6330594" y="343611"/>
                    </a:lnTo>
                    <a:lnTo>
                      <a:pt x="6304851" y="309346"/>
                    </a:lnTo>
                    <a:lnTo>
                      <a:pt x="6275832" y="276974"/>
                    </a:lnTo>
                    <a:lnTo>
                      <a:pt x="6243726" y="246646"/>
                    </a:lnTo>
                    <a:lnTo>
                      <a:pt x="6208712" y="218490"/>
                    </a:lnTo>
                    <a:lnTo>
                      <a:pt x="6170993" y="192684"/>
                    </a:lnTo>
                    <a:lnTo>
                      <a:pt x="6130734" y="169354"/>
                    </a:lnTo>
                    <a:lnTo>
                      <a:pt x="6088113" y="148666"/>
                    </a:lnTo>
                    <a:lnTo>
                      <a:pt x="6043333" y="130746"/>
                    </a:lnTo>
                    <a:lnTo>
                      <a:pt x="5996571" y="115747"/>
                    </a:lnTo>
                    <a:lnTo>
                      <a:pt x="5948007" y="103835"/>
                    </a:lnTo>
                    <a:lnTo>
                      <a:pt x="5897829" y="95135"/>
                    </a:lnTo>
                    <a:lnTo>
                      <a:pt x="5846216" y="89814"/>
                    </a:lnTo>
                    <a:lnTo>
                      <a:pt x="5793359" y="87998"/>
                    </a:lnTo>
                    <a:lnTo>
                      <a:pt x="819683" y="87998"/>
                    </a:lnTo>
                    <a:lnTo>
                      <a:pt x="776554" y="62179"/>
                    </a:lnTo>
                    <a:lnTo>
                      <a:pt x="730872" y="40487"/>
                    </a:lnTo>
                    <a:lnTo>
                      <a:pt x="682904" y="23152"/>
                    </a:lnTo>
                    <a:lnTo>
                      <a:pt x="632917" y="10464"/>
                    </a:lnTo>
                    <a:lnTo>
                      <a:pt x="581152" y="2654"/>
                    </a:lnTo>
                    <a:lnTo>
                      <a:pt x="527862" y="0"/>
                    </a:lnTo>
                    <a:lnTo>
                      <a:pt x="479806" y="2146"/>
                    </a:lnTo>
                    <a:lnTo>
                      <a:pt x="432981" y="8496"/>
                    </a:lnTo>
                    <a:lnTo>
                      <a:pt x="387540" y="18846"/>
                    </a:lnTo>
                    <a:lnTo>
                      <a:pt x="343674" y="33007"/>
                    </a:lnTo>
                    <a:lnTo>
                      <a:pt x="301586" y="50812"/>
                    </a:lnTo>
                    <a:lnTo>
                      <a:pt x="261442" y="72047"/>
                    </a:lnTo>
                    <a:lnTo>
                      <a:pt x="223443" y="96545"/>
                    </a:lnTo>
                    <a:lnTo>
                      <a:pt x="187769" y="124117"/>
                    </a:lnTo>
                    <a:lnTo>
                      <a:pt x="154609" y="154571"/>
                    </a:lnTo>
                    <a:lnTo>
                      <a:pt x="124155" y="187718"/>
                    </a:lnTo>
                    <a:lnTo>
                      <a:pt x="96570" y="223393"/>
                    </a:lnTo>
                    <a:lnTo>
                      <a:pt x="72072" y="261378"/>
                    </a:lnTo>
                    <a:lnTo>
                      <a:pt x="50825" y="301523"/>
                    </a:lnTo>
                    <a:lnTo>
                      <a:pt x="33032" y="343611"/>
                    </a:lnTo>
                    <a:lnTo>
                      <a:pt x="18859" y="387464"/>
                    </a:lnTo>
                    <a:lnTo>
                      <a:pt x="8509" y="432904"/>
                    </a:lnTo>
                    <a:lnTo>
                      <a:pt x="2159" y="479742"/>
                    </a:lnTo>
                    <a:lnTo>
                      <a:pt x="0" y="527786"/>
                    </a:lnTo>
                    <a:lnTo>
                      <a:pt x="2235" y="576592"/>
                    </a:lnTo>
                    <a:lnTo>
                      <a:pt x="8775" y="624141"/>
                    </a:lnTo>
                    <a:lnTo>
                      <a:pt x="19456" y="670255"/>
                    </a:lnTo>
                    <a:lnTo>
                      <a:pt x="34074" y="714730"/>
                    </a:lnTo>
                    <a:lnTo>
                      <a:pt x="52425" y="757351"/>
                    </a:lnTo>
                    <a:lnTo>
                      <a:pt x="74307" y="797953"/>
                    </a:lnTo>
                    <a:lnTo>
                      <a:pt x="99555" y="836333"/>
                    </a:lnTo>
                    <a:lnTo>
                      <a:pt x="127939" y="872274"/>
                    </a:lnTo>
                    <a:lnTo>
                      <a:pt x="159283" y="905611"/>
                    </a:lnTo>
                    <a:lnTo>
                      <a:pt x="193382" y="936129"/>
                    </a:lnTo>
                    <a:lnTo>
                      <a:pt x="230047" y="963625"/>
                    </a:lnTo>
                    <a:lnTo>
                      <a:pt x="269074" y="987933"/>
                    </a:lnTo>
                    <a:lnTo>
                      <a:pt x="310286" y="1008824"/>
                    </a:lnTo>
                    <a:lnTo>
                      <a:pt x="353466" y="1026121"/>
                    </a:lnTo>
                    <a:lnTo>
                      <a:pt x="398437" y="1039634"/>
                    </a:lnTo>
                    <a:lnTo>
                      <a:pt x="444982" y="1049147"/>
                    </a:lnTo>
                    <a:lnTo>
                      <a:pt x="485965" y="1053985"/>
                    </a:lnTo>
                    <a:lnTo>
                      <a:pt x="527862" y="1055636"/>
                    </a:lnTo>
                    <a:lnTo>
                      <a:pt x="552678" y="1055039"/>
                    </a:lnTo>
                    <a:lnTo>
                      <a:pt x="577176" y="1053274"/>
                    </a:lnTo>
                    <a:lnTo>
                      <a:pt x="601357" y="1050417"/>
                    </a:lnTo>
                    <a:lnTo>
                      <a:pt x="625182" y="1046518"/>
                    </a:lnTo>
                    <a:lnTo>
                      <a:pt x="5992952" y="1046518"/>
                    </a:lnTo>
                    <a:lnTo>
                      <a:pt x="6048921" y="1028522"/>
                    </a:lnTo>
                    <a:lnTo>
                      <a:pt x="6087846" y="1012748"/>
                    </a:lnTo>
                    <a:lnTo>
                      <a:pt x="6137110" y="988529"/>
                    </a:lnTo>
                    <a:lnTo>
                      <a:pt x="6183160" y="960767"/>
                    </a:lnTo>
                    <a:lnTo>
                      <a:pt x="6225705" y="929716"/>
                    </a:lnTo>
                    <a:lnTo>
                      <a:pt x="6264478" y="895604"/>
                    </a:lnTo>
                    <a:lnTo>
                      <a:pt x="6299187" y="858672"/>
                    </a:lnTo>
                    <a:lnTo>
                      <a:pt x="6329781" y="818959"/>
                    </a:lnTo>
                    <a:lnTo>
                      <a:pt x="6352006" y="783094"/>
                    </a:lnTo>
                    <a:lnTo>
                      <a:pt x="6352553" y="782358"/>
                    </a:lnTo>
                    <a:lnTo>
                      <a:pt x="6370180" y="747166"/>
                    </a:lnTo>
                    <a:lnTo>
                      <a:pt x="6387808" y="700620"/>
                    </a:lnTo>
                    <a:lnTo>
                      <a:pt x="6399428" y="653415"/>
                    </a:lnTo>
                    <a:lnTo>
                      <a:pt x="6405105" y="608355"/>
                    </a:lnTo>
                    <a:lnTo>
                      <a:pt x="6405778" y="596277"/>
                    </a:lnTo>
                    <a:lnTo>
                      <a:pt x="6406045" y="58066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0" name="object 16">
              <a:extLst>
                <a:ext uri="{FF2B5EF4-FFF2-40B4-BE49-F238E27FC236}">
                  <a16:creationId xmlns:a16="http://schemas.microsoft.com/office/drawing/2014/main" id="{73EA1042-9BB7-06AE-4EC7-945F35080BC9}"/>
                </a:ext>
              </a:extLst>
            </p:cNvPr>
            <p:cNvSpPr txBox="1"/>
            <p:nvPr/>
          </p:nvSpPr>
          <p:spPr>
            <a:xfrm>
              <a:off x="2384015" y="5023127"/>
              <a:ext cx="5244465" cy="307777"/>
            </a:xfrm>
            <a:prstGeom prst="rect">
              <a:avLst/>
            </a:prstGeom>
          </p:spPr>
          <p:txBody>
            <a:bodyPr vert="horz" wrap="square" lIns="0" tIns="38100" rIns="0" bIns="0" rtlCol="0">
              <a:spAutoFit/>
            </a:bodyPr>
            <a:lstStyle/>
            <a:p>
              <a:pPr marL="12700" marR="5080">
                <a:lnSpc>
                  <a:spcPts val="2100"/>
                </a:lnSpc>
                <a:spcBef>
                  <a:spcPts val="300"/>
                </a:spcBef>
              </a:pPr>
              <a:r>
                <a:rPr lang="en-US" sz="1850" b="1" dirty="0">
                  <a:solidFill>
                    <a:srgbClr val="00336A"/>
                  </a:solidFill>
                  <a:latin typeface="Tahoma"/>
                  <a:cs typeface="Tahoma"/>
                </a:rPr>
                <a:t>Biaya Jasa Research LLM/AI: 2 Juta</a:t>
              </a:r>
              <a:endParaRPr sz="1850" dirty="0">
                <a:latin typeface="Tahoma"/>
                <a:cs typeface="Tahoma"/>
              </a:endParaRPr>
            </a:p>
          </p:txBody>
        </p:sp>
        <p:grpSp>
          <p:nvGrpSpPr>
            <p:cNvPr id="41" name="object 17">
              <a:extLst>
                <a:ext uri="{FF2B5EF4-FFF2-40B4-BE49-F238E27FC236}">
                  <a16:creationId xmlns:a16="http://schemas.microsoft.com/office/drawing/2014/main" id="{07AB8240-88DF-1A89-6594-17AAD754383D}"/>
                </a:ext>
              </a:extLst>
            </p:cNvPr>
            <p:cNvGrpSpPr/>
            <p:nvPr/>
          </p:nvGrpSpPr>
          <p:grpSpPr>
            <a:xfrm>
              <a:off x="1541290" y="4833771"/>
              <a:ext cx="698500" cy="698500"/>
              <a:chOff x="1541290" y="4833771"/>
              <a:chExt cx="698500" cy="698500"/>
            </a:xfrm>
          </p:grpSpPr>
          <p:sp>
            <p:nvSpPr>
              <p:cNvPr id="42" name="object 18">
                <a:extLst>
                  <a:ext uri="{FF2B5EF4-FFF2-40B4-BE49-F238E27FC236}">
                    <a16:creationId xmlns:a16="http://schemas.microsoft.com/office/drawing/2014/main" id="{224CED53-BB16-8FC7-E095-1E97706004DD}"/>
                  </a:ext>
                </a:extLst>
              </p:cNvPr>
              <p:cNvSpPr/>
              <p:nvPr/>
            </p:nvSpPr>
            <p:spPr>
              <a:xfrm>
                <a:off x="1541290" y="4833771"/>
                <a:ext cx="6985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698500">
                    <a:moveTo>
                      <a:pt x="349096" y="698193"/>
                    </a:moveTo>
                    <a:lnTo>
                      <a:pt x="301726" y="695006"/>
                    </a:lnTo>
                    <a:lnTo>
                      <a:pt x="256293" y="685723"/>
                    </a:lnTo>
                    <a:lnTo>
                      <a:pt x="213212" y="670759"/>
                    </a:lnTo>
                    <a:lnTo>
                      <a:pt x="172901" y="650531"/>
                    </a:lnTo>
                    <a:lnTo>
                      <a:pt x="135774" y="625454"/>
                    </a:lnTo>
                    <a:lnTo>
                      <a:pt x="102248" y="595945"/>
                    </a:lnTo>
                    <a:lnTo>
                      <a:pt x="72738" y="562419"/>
                    </a:lnTo>
                    <a:lnTo>
                      <a:pt x="47662" y="525292"/>
                    </a:lnTo>
                    <a:lnTo>
                      <a:pt x="27433" y="484980"/>
                    </a:lnTo>
                    <a:lnTo>
                      <a:pt x="12470" y="441900"/>
                    </a:lnTo>
                    <a:lnTo>
                      <a:pt x="3186" y="396466"/>
                    </a:lnTo>
                    <a:lnTo>
                      <a:pt x="0" y="349096"/>
                    </a:lnTo>
                    <a:lnTo>
                      <a:pt x="3186" y="301726"/>
                    </a:lnTo>
                    <a:lnTo>
                      <a:pt x="12469" y="256293"/>
                    </a:lnTo>
                    <a:lnTo>
                      <a:pt x="27433" y="213212"/>
                    </a:lnTo>
                    <a:lnTo>
                      <a:pt x="47661" y="172901"/>
                    </a:lnTo>
                    <a:lnTo>
                      <a:pt x="72737" y="135774"/>
                    </a:lnTo>
                    <a:lnTo>
                      <a:pt x="102246" y="102248"/>
                    </a:lnTo>
                    <a:lnTo>
                      <a:pt x="135772" y="72738"/>
                    </a:lnTo>
                    <a:lnTo>
                      <a:pt x="172898" y="47662"/>
                    </a:lnTo>
                    <a:lnTo>
                      <a:pt x="213210" y="27433"/>
                    </a:lnTo>
                    <a:lnTo>
                      <a:pt x="256290" y="12470"/>
                    </a:lnTo>
                    <a:lnTo>
                      <a:pt x="301723" y="3186"/>
                    </a:lnTo>
                    <a:lnTo>
                      <a:pt x="349093" y="0"/>
                    </a:lnTo>
                    <a:lnTo>
                      <a:pt x="395835" y="3102"/>
                    </a:lnTo>
                    <a:lnTo>
                      <a:pt x="440697" y="12142"/>
                    </a:lnTo>
                    <a:lnTo>
                      <a:pt x="483280" y="26720"/>
                    </a:lnTo>
                    <a:lnTo>
                      <a:pt x="523185" y="46438"/>
                    </a:lnTo>
                    <a:lnTo>
                      <a:pt x="560013" y="70896"/>
                    </a:lnTo>
                    <a:lnTo>
                      <a:pt x="593365" y="99695"/>
                    </a:lnTo>
                    <a:lnTo>
                      <a:pt x="622841" y="132436"/>
                    </a:lnTo>
                    <a:lnTo>
                      <a:pt x="648041" y="168718"/>
                    </a:lnTo>
                    <a:lnTo>
                      <a:pt x="668567" y="208144"/>
                    </a:lnTo>
                    <a:lnTo>
                      <a:pt x="684020" y="250313"/>
                    </a:lnTo>
                    <a:lnTo>
                      <a:pt x="694000" y="294827"/>
                    </a:lnTo>
                    <a:lnTo>
                      <a:pt x="698107" y="341286"/>
                    </a:lnTo>
                    <a:lnTo>
                      <a:pt x="698196" y="346485"/>
                    </a:lnTo>
                    <a:lnTo>
                      <a:pt x="698196" y="349096"/>
                    </a:lnTo>
                    <a:lnTo>
                      <a:pt x="694909" y="397201"/>
                    </a:lnTo>
                    <a:lnTo>
                      <a:pt x="685338" y="443299"/>
                    </a:lnTo>
                    <a:lnTo>
                      <a:pt x="669919" y="486957"/>
                    </a:lnTo>
                    <a:lnTo>
                      <a:pt x="649088" y="527737"/>
                    </a:lnTo>
                    <a:lnTo>
                      <a:pt x="623281" y="565203"/>
                    </a:lnTo>
                    <a:lnTo>
                      <a:pt x="592935" y="598921"/>
                    </a:lnTo>
                    <a:lnTo>
                      <a:pt x="558484" y="628453"/>
                    </a:lnTo>
                    <a:lnTo>
                      <a:pt x="520366" y="653364"/>
                    </a:lnTo>
                    <a:lnTo>
                      <a:pt x="479015" y="673217"/>
                    </a:lnTo>
                    <a:lnTo>
                      <a:pt x="434868" y="687578"/>
                    </a:lnTo>
                    <a:lnTo>
                      <a:pt x="392789" y="695485"/>
                    </a:lnTo>
                    <a:lnTo>
                      <a:pt x="349096" y="698193"/>
                    </a:lnTo>
                    <a:close/>
                  </a:path>
                </a:pathLst>
              </a:custGeom>
              <a:solidFill>
                <a:srgbClr val="0A5EA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19">
                <a:extLst>
                  <a:ext uri="{FF2B5EF4-FFF2-40B4-BE49-F238E27FC236}">
                    <a16:creationId xmlns:a16="http://schemas.microsoft.com/office/drawing/2014/main" id="{9982E4E9-C468-7404-F1C6-B9899D992ECA}"/>
                  </a:ext>
                </a:extLst>
              </p:cNvPr>
              <p:cNvSpPr/>
              <p:nvPr/>
            </p:nvSpPr>
            <p:spPr>
              <a:xfrm>
                <a:off x="1706995" y="5051533"/>
                <a:ext cx="532765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532764" h="469900">
                    <a:moveTo>
                      <a:pt x="269164" y="469816"/>
                    </a:moveTo>
                    <a:lnTo>
                      <a:pt x="0" y="200649"/>
                    </a:lnTo>
                    <a:lnTo>
                      <a:pt x="71294" y="129354"/>
                    </a:lnTo>
                    <a:lnTo>
                      <a:pt x="175409" y="233472"/>
                    </a:lnTo>
                    <a:lnTo>
                      <a:pt x="408881" y="0"/>
                    </a:lnTo>
                    <a:lnTo>
                      <a:pt x="532405" y="123524"/>
                    </a:lnTo>
                    <a:lnTo>
                      <a:pt x="532459" y="126120"/>
                    </a:lnTo>
                    <a:lnTo>
                      <a:pt x="532491" y="128723"/>
                    </a:lnTo>
                    <a:lnTo>
                      <a:pt x="532491" y="131334"/>
                    </a:lnTo>
                    <a:lnTo>
                      <a:pt x="529204" y="179439"/>
                    </a:lnTo>
                    <a:lnTo>
                      <a:pt x="519633" y="225538"/>
                    </a:lnTo>
                    <a:lnTo>
                      <a:pt x="504214" y="269195"/>
                    </a:lnTo>
                    <a:lnTo>
                      <a:pt x="483383" y="309975"/>
                    </a:lnTo>
                    <a:lnTo>
                      <a:pt x="457577" y="347442"/>
                    </a:lnTo>
                    <a:lnTo>
                      <a:pt x="427230" y="381159"/>
                    </a:lnTo>
                    <a:lnTo>
                      <a:pt x="392779" y="410691"/>
                    </a:lnTo>
                    <a:lnTo>
                      <a:pt x="354661" y="435602"/>
                    </a:lnTo>
                    <a:lnTo>
                      <a:pt x="313310" y="455456"/>
                    </a:lnTo>
                    <a:lnTo>
                      <a:pt x="269164" y="469816"/>
                    </a:lnTo>
                    <a:close/>
                  </a:path>
                </a:pathLst>
              </a:custGeom>
              <a:solidFill>
                <a:srgbClr val="0A2E4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20">
                <a:extLst>
                  <a:ext uri="{FF2B5EF4-FFF2-40B4-BE49-F238E27FC236}">
                    <a16:creationId xmlns:a16="http://schemas.microsoft.com/office/drawing/2014/main" id="{59BAEE2B-9B40-BA79-CBA1-D94BEFB2ED1E}"/>
                  </a:ext>
                </a:extLst>
              </p:cNvPr>
              <p:cNvSpPr/>
              <p:nvPr/>
            </p:nvSpPr>
            <p:spPr>
              <a:xfrm>
                <a:off x="1650296" y="4994837"/>
                <a:ext cx="480695" cy="376555"/>
              </a:xfrm>
              <a:custGeom>
                <a:avLst/>
                <a:gdLst/>
                <a:ahLst/>
                <a:cxnLst/>
                <a:rect l="l" t="t" r="r" b="b"/>
                <a:pathLst>
                  <a:path w="480694" h="376554">
                    <a:moveTo>
                      <a:pt x="175412" y="376062"/>
                    </a:moveTo>
                    <a:lnTo>
                      <a:pt x="0" y="200649"/>
                    </a:lnTo>
                    <a:lnTo>
                      <a:pt x="71294" y="129354"/>
                    </a:lnTo>
                    <a:lnTo>
                      <a:pt x="175412" y="233472"/>
                    </a:lnTo>
                    <a:lnTo>
                      <a:pt x="408884" y="0"/>
                    </a:lnTo>
                    <a:lnTo>
                      <a:pt x="480179" y="71294"/>
                    </a:lnTo>
                    <a:lnTo>
                      <a:pt x="175412" y="3760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58184"/>
            <a:ext cx="8229600" cy="97590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375" spc="165" baseline="2666" dirty="0"/>
              <a:t>Flow</a:t>
            </a:r>
            <a:r>
              <a:rPr sz="9375" spc="-622" baseline="2666" dirty="0"/>
              <a:t> </a:t>
            </a:r>
            <a:r>
              <a:rPr sz="9375" spc="202" baseline="2666" dirty="0"/>
              <a:t>Dealing</a:t>
            </a:r>
            <a:r>
              <a:rPr sz="9375" spc="-277" baseline="2666" dirty="0"/>
              <a:t> </a:t>
            </a:r>
            <a:r>
              <a:rPr sz="6250" b="0" spc="-150" dirty="0">
                <a:solidFill>
                  <a:srgbClr val="EBAF33"/>
                </a:solidFill>
                <a:latin typeface="Trebuchet MS"/>
                <a:cs typeface="Trebuchet MS"/>
              </a:rPr>
              <a:t>Project</a:t>
            </a:r>
            <a:r>
              <a:rPr sz="6250" b="0" spc="-415" dirty="0">
                <a:solidFill>
                  <a:srgbClr val="EBAF33"/>
                </a:solidFill>
                <a:latin typeface="Trebuchet MS"/>
                <a:cs typeface="Trebuchet MS"/>
              </a:rPr>
              <a:t> </a:t>
            </a:r>
            <a:r>
              <a:rPr lang="en-US" sz="6250" spc="-10" dirty="0">
                <a:solidFill>
                  <a:srgbClr val="EBAF33"/>
                </a:solidFill>
                <a:latin typeface="Trebuchet MS"/>
                <a:cs typeface="Trebuchet MS"/>
              </a:rPr>
              <a:t>AI</a:t>
            </a:r>
            <a:endParaRPr sz="6250" dirty="0">
              <a:latin typeface="Trebuchet MS"/>
              <a:cs typeface="Trebuchet M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C189B22-3DA4-3156-91CD-8EB4E6CA4C3C}"/>
              </a:ext>
            </a:extLst>
          </p:cNvPr>
          <p:cNvGrpSpPr/>
          <p:nvPr/>
        </p:nvGrpSpPr>
        <p:grpSpPr>
          <a:xfrm>
            <a:off x="1905000" y="1300003"/>
            <a:ext cx="14285928" cy="6906259"/>
            <a:chOff x="1706933" y="2274092"/>
            <a:chExt cx="14285928" cy="6906259"/>
          </a:xfrm>
        </p:grpSpPr>
        <p:grpSp>
          <p:nvGrpSpPr>
            <p:cNvPr id="6" name="object 6"/>
            <p:cNvGrpSpPr/>
            <p:nvPr/>
          </p:nvGrpSpPr>
          <p:grpSpPr>
            <a:xfrm>
              <a:off x="1706933" y="2968924"/>
              <a:ext cx="612775" cy="556895"/>
              <a:chOff x="1706933" y="2968924"/>
              <a:chExt cx="612775" cy="556895"/>
            </a:xfrm>
          </p:grpSpPr>
          <p:sp>
            <p:nvSpPr>
              <p:cNvPr id="7" name="object 7"/>
              <p:cNvSpPr/>
              <p:nvPr/>
            </p:nvSpPr>
            <p:spPr>
              <a:xfrm>
                <a:off x="1706933" y="2968924"/>
                <a:ext cx="612775" cy="556895"/>
              </a:xfrm>
              <a:custGeom>
                <a:avLst/>
                <a:gdLst/>
                <a:ahLst/>
                <a:cxnLst/>
                <a:rect l="l" t="t" r="r" b="b"/>
                <a:pathLst>
                  <a:path w="612775" h="556895">
                    <a:moveTo>
                      <a:pt x="157547" y="556886"/>
                    </a:moveTo>
                    <a:lnTo>
                      <a:pt x="114719" y="556782"/>
                    </a:lnTo>
                    <a:lnTo>
                      <a:pt x="72837" y="553687"/>
                    </a:lnTo>
                    <a:lnTo>
                      <a:pt x="35141" y="531920"/>
                    </a:lnTo>
                    <a:lnTo>
                      <a:pt x="14893" y="492408"/>
                    </a:lnTo>
                    <a:lnTo>
                      <a:pt x="5464" y="439432"/>
                    </a:lnTo>
                    <a:lnTo>
                      <a:pt x="2424" y="349439"/>
                    </a:lnTo>
                    <a:lnTo>
                      <a:pt x="1138" y="293856"/>
                    </a:lnTo>
                    <a:lnTo>
                      <a:pt x="328" y="241562"/>
                    </a:lnTo>
                    <a:lnTo>
                      <a:pt x="0" y="192558"/>
                    </a:lnTo>
                    <a:lnTo>
                      <a:pt x="186" y="175383"/>
                    </a:lnTo>
                    <a:lnTo>
                      <a:pt x="4039" y="123765"/>
                    </a:lnTo>
                    <a:lnTo>
                      <a:pt x="21432" y="62686"/>
                    </a:lnTo>
                    <a:lnTo>
                      <a:pt x="48945" y="31289"/>
                    </a:lnTo>
                    <a:lnTo>
                      <a:pt x="93026" y="12933"/>
                    </a:lnTo>
                    <a:lnTo>
                      <a:pt x="148117" y="3999"/>
                    </a:lnTo>
                    <a:lnTo>
                      <a:pt x="186824" y="1460"/>
                    </a:lnTo>
                    <a:lnTo>
                      <a:pt x="259979" y="129"/>
                    </a:lnTo>
                    <a:lnTo>
                      <a:pt x="304702" y="0"/>
                    </a:lnTo>
                    <a:lnTo>
                      <a:pt x="354856" y="224"/>
                    </a:lnTo>
                    <a:lnTo>
                      <a:pt x="410439" y="799"/>
                    </a:lnTo>
                    <a:lnTo>
                      <a:pt x="471453" y="1723"/>
                    </a:lnTo>
                    <a:lnTo>
                      <a:pt x="513494" y="4431"/>
                    </a:lnTo>
                    <a:lnTo>
                      <a:pt x="563905" y="15642"/>
                    </a:lnTo>
                    <a:lnTo>
                      <a:pt x="596920" y="40481"/>
                    </a:lnTo>
                    <a:lnTo>
                      <a:pt x="610386" y="84011"/>
                    </a:lnTo>
                    <a:lnTo>
                      <a:pt x="611910" y="123117"/>
                    </a:lnTo>
                    <a:lnTo>
                      <a:pt x="612522" y="164672"/>
                    </a:lnTo>
                    <a:lnTo>
                      <a:pt x="612220" y="208677"/>
                    </a:lnTo>
                    <a:lnTo>
                      <a:pt x="611006" y="255132"/>
                    </a:lnTo>
                    <a:lnTo>
                      <a:pt x="608879" y="304036"/>
                    </a:lnTo>
                    <a:lnTo>
                      <a:pt x="605839" y="355390"/>
                    </a:lnTo>
                    <a:lnTo>
                      <a:pt x="601886" y="409192"/>
                    </a:lnTo>
                    <a:lnTo>
                      <a:pt x="597020" y="465443"/>
                    </a:lnTo>
                    <a:lnTo>
                      <a:pt x="591241" y="524142"/>
                    </a:lnTo>
                    <a:lnTo>
                      <a:pt x="585793" y="479364"/>
                    </a:lnTo>
                    <a:lnTo>
                      <a:pt x="580626" y="432083"/>
                    </a:lnTo>
                    <a:lnTo>
                      <a:pt x="575738" y="382300"/>
                    </a:lnTo>
                    <a:lnTo>
                      <a:pt x="571130" y="330013"/>
                    </a:lnTo>
                    <a:lnTo>
                      <a:pt x="566802" y="275224"/>
                    </a:lnTo>
                    <a:lnTo>
                      <a:pt x="562754" y="217931"/>
                    </a:lnTo>
                    <a:lnTo>
                      <a:pt x="558986" y="158136"/>
                    </a:lnTo>
                    <a:lnTo>
                      <a:pt x="555498" y="95838"/>
                    </a:lnTo>
                    <a:lnTo>
                      <a:pt x="551780" y="72243"/>
                    </a:lnTo>
                    <a:lnTo>
                      <a:pt x="551517" y="70224"/>
                    </a:lnTo>
                    <a:lnTo>
                      <a:pt x="550024" y="69404"/>
                    </a:lnTo>
                    <a:lnTo>
                      <a:pt x="547272" y="69755"/>
                    </a:lnTo>
                    <a:lnTo>
                      <a:pt x="287614" y="76430"/>
                    </a:lnTo>
                    <a:lnTo>
                      <a:pt x="225749" y="77401"/>
                    </a:lnTo>
                    <a:lnTo>
                      <a:pt x="174343" y="77985"/>
                    </a:lnTo>
                    <a:lnTo>
                      <a:pt x="133393" y="78179"/>
                    </a:lnTo>
                    <a:lnTo>
                      <a:pt x="102897" y="77981"/>
                    </a:lnTo>
                    <a:lnTo>
                      <a:pt x="92006" y="78502"/>
                    </a:lnTo>
                    <a:lnTo>
                      <a:pt x="83265" y="79975"/>
                    </a:lnTo>
                    <a:lnTo>
                      <a:pt x="76670" y="82398"/>
                    </a:lnTo>
                    <a:lnTo>
                      <a:pt x="72218" y="85768"/>
                    </a:lnTo>
                    <a:lnTo>
                      <a:pt x="69817" y="85651"/>
                    </a:lnTo>
                    <a:lnTo>
                      <a:pt x="68500" y="92296"/>
                    </a:lnTo>
                    <a:lnTo>
                      <a:pt x="68266" y="105645"/>
                    </a:lnTo>
                    <a:lnTo>
                      <a:pt x="72481" y="140911"/>
                    </a:lnTo>
                    <a:lnTo>
                      <a:pt x="75464" y="188486"/>
                    </a:lnTo>
                    <a:lnTo>
                      <a:pt x="77211" y="248372"/>
                    </a:lnTo>
                    <a:lnTo>
                      <a:pt x="77721" y="320572"/>
                    </a:lnTo>
                    <a:lnTo>
                      <a:pt x="77134" y="359505"/>
                    </a:lnTo>
                    <a:lnTo>
                      <a:pt x="75636" y="398404"/>
                    </a:lnTo>
                    <a:lnTo>
                      <a:pt x="73226" y="437270"/>
                    </a:lnTo>
                    <a:lnTo>
                      <a:pt x="69905" y="476104"/>
                    </a:lnTo>
                    <a:lnTo>
                      <a:pt x="72523" y="485627"/>
                    </a:lnTo>
                    <a:lnTo>
                      <a:pt x="79544" y="492464"/>
                    </a:lnTo>
                    <a:lnTo>
                      <a:pt x="90966" y="496617"/>
                    </a:lnTo>
                    <a:lnTo>
                      <a:pt x="106790" y="498088"/>
                    </a:lnTo>
                    <a:lnTo>
                      <a:pt x="184209" y="499714"/>
                    </a:lnTo>
                    <a:lnTo>
                      <a:pt x="254973" y="501584"/>
                    </a:lnTo>
                    <a:lnTo>
                      <a:pt x="319082" y="503699"/>
                    </a:lnTo>
                    <a:lnTo>
                      <a:pt x="376535" y="506059"/>
                    </a:lnTo>
                    <a:lnTo>
                      <a:pt x="427332" y="508665"/>
                    </a:lnTo>
                    <a:lnTo>
                      <a:pt x="471473" y="511515"/>
                    </a:lnTo>
                    <a:lnTo>
                      <a:pt x="539786" y="517951"/>
                    </a:lnTo>
                    <a:lnTo>
                      <a:pt x="570632" y="523059"/>
                    </a:lnTo>
                    <a:lnTo>
                      <a:pt x="536642" y="529314"/>
                    </a:lnTo>
                    <a:lnTo>
                      <a:pt x="496743" y="535079"/>
                    </a:lnTo>
                    <a:lnTo>
                      <a:pt x="450935" y="540348"/>
                    </a:lnTo>
                    <a:lnTo>
                      <a:pt x="399219" y="545116"/>
                    </a:lnTo>
                    <a:lnTo>
                      <a:pt x="341595" y="549376"/>
                    </a:lnTo>
                    <a:lnTo>
                      <a:pt x="270982" y="553184"/>
                    </a:lnTo>
                    <a:lnTo>
                      <a:pt x="209634" y="555687"/>
                    </a:lnTo>
                    <a:lnTo>
                      <a:pt x="157547" y="556886"/>
                    </a:lnTo>
                    <a:close/>
                  </a:path>
                </a:pathLst>
              </a:custGeom>
              <a:solidFill>
                <a:srgbClr val="181C4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1907258" y="3102116"/>
                <a:ext cx="269240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306704">
                    <a:moveTo>
                      <a:pt x="93933" y="306173"/>
                    </a:moveTo>
                    <a:lnTo>
                      <a:pt x="91123" y="305500"/>
                    </a:lnTo>
                    <a:lnTo>
                      <a:pt x="89103" y="303978"/>
                    </a:lnTo>
                    <a:lnTo>
                      <a:pt x="83571" y="299089"/>
                    </a:lnTo>
                    <a:lnTo>
                      <a:pt x="80145" y="296279"/>
                    </a:lnTo>
                    <a:lnTo>
                      <a:pt x="78828" y="295576"/>
                    </a:lnTo>
                    <a:lnTo>
                      <a:pt x="96539" y="266390"/>
                    </a:lnTo>
                    <a:lnTo>
                      <a:pt x="97036" y="265102"/>
                    </a:lnTo>
                    <a:lnTo>
                      <a:pt x="96832" y="263902"/>
                    </a:lnTo>
                    <a:lnTo>
                      <a:pt x="95953" y="262848"/>
                    </a:lnTo>
                    <a:lnTo>
                      <a:pt x="94138" y="261385"/>
                    </a:lnTo>
                    <a:lnTo>
                      <a:pt x="92470" y="261472"/>
                    </a:lnTo>
                    <a:lnTo>
                      <a:pt x="90948" y="263141"/>
                    </a:lnTo>
                    <a:lnTo>
                      <a:pt x="74144" y="290717"/>
                    </a:lnTo>
                    <a:lnTo>
                      <a:pt x="37845" y="253627"/>
                    </a:lnTo>
                    <a:lnTo>
                      <a:pt x="32488" y="247304"/>
                    </a:lnTo>
                    <a:lnTo>
                      <a:pt x="15851" y="183299"/>
                    </a:lnTo>
                    <a:lnTo>
                      <a:pt x="5022" y="134040"/>
                    </a:lnTo>
                    <a:lnTo>
                      <a:pt x="0" y="99530"/>
                    </a:lnTo>
                    <a:lnTo>
                      <a:pt x="784" y="79770"/>
                    </a:lnTo>
                    <a:lnTo>
                      <a:pt x="2834" y="76550"/>
                    </a:lnTo>
                    <a:lnTo>
                      <a:pt x="3770" y="74677"/>
                    </a:lnTo>
                    <a:lnTo>
                      <a:pt x="3565" y="74150"/>
                    </a:lnTo>
                    <a:lnTo>
                      <a:pt x="34713" y="105853"/>
                    </a:lnTo>
                    <a:lnTo>
                      <a:pt x="34274" y="107288"/>
                    </a:lnTo>
                    <a:lnTo>
                      <a:pt x="34274" y="108693"/>
                    </a:lnTo>
                    <a:lnTo>
                      <a:pt x="34654" y="110127"/>
                    </a:lnTo>
                    <a:lnTo>
                      <a:pt x="38787" y="119666"/>
                    </a:lnTo>
                    <a:lnTo>
                      <a:pt x="45079" y="138750"/>
                    </a:lnTo>
                    <a:lnTo>
                      <a:pt x="53529" y="167373"/>
                    </a:lnTo>
                    <a:lnTo>
                      <a:pt x="64133" y="205530"/>
                    </a:lnTo>
                    <a:lnTo>
                      <a:pt x="89035" y="164826"/>
                    </a:lnTo>
                    <a:lnTo>
                      <a:pt x="115922" y="120435"/>
                    </a:lnTo>
                    <a:lnTo>
                      <a:pt x="144790" y="72362"/>
                    </a:lnTo>
                    <a:lnTo>
                      <a:pt x="175636" y="20608"/>
                    </a:lnTo>
                    <a:lnTo>
                      <a:pt x="181987" y="12711"/>
                    </a:lnTo>
                    <a:lnTo>
                      <a:pt x="203388" y="0"/>
                    </a:lnTo>
                    <a:lnTo>
                      <a:pt x="207691" y="1346"/>
                    </a:lnTo>
                    <a:lnTo>
                      <a:pt x="212346" y="4127"/>
                    </a:lnTo>
                    <a:lnTo>
                      <a:pt x="227791" y="14589"/>
                    </a:lnTo>
                    <a:lnTo>
                      <a:pt x="239614" y="22306"/>
                    </a:lnTo>
                    <a:lnTo>
                      <a:pt x="247814" y="27279"/>
                    </a:lnTo>
                    <a:lnTo>
                      <a:pt x="252392" y="29507"/>
                    </a:lnTo>
                    <a:lnTo>
                      <a:pt x="258774" y="32083"/>
                    </a:lnTo>
                    <a:lnTo>
                      <a:pt x="263077" y="32845"/>
                    </a:lnTo>
                    <a:lnTo>
                      <a:pt x="265360" y="31791"/>
                    </a:lnTo>
                    <a:lnTo>
                      <a:pt x="235243" y="69092"/>
                    </a:lnTo>
                    <a:lnTo>
                      <a:pt x="209089" y="102044"/>
                    </a:lnTo>
                    <a:lnTo>
                      <a:pt x="168669" y="154887"/>
                    </a:lnTo>
                    <a:lnTo>
                      <a:pt x="141247" y="193005"/>
                    </a:lnTo>
                    <a:lnTo>
                      <a:pt x="104384" y="245987"/>
                    </a:lnTo>
                    <a:lnTo>
                      <a:pt x="103565" y="246806"/>
                    </a:lnTo>
                    <a:lnTo>
                      <a:pt x="103623" y="248124"/>
                    </a:lnTo>
                    <a:lnTo>
                      <a:pt x="104589" y="249938"/>
                    </a:lnTo>
                    <a:lnTo>
                      <a:pt x="106668" y="251490"/>
                    </a:lnTo>
                    <a:lnTo>
                      <a:pt x="108336" y="251461"/>
                    </a:lnTo>
                    <a:lnTo>
                      <a:pt x="109624" y="249880"/>
                    </a:lnTo>
                    <a:lnTo>
                      <a:pt x="136751" y="210389"/>
                    </a:lnTo>
                    <a:lnTo>
                      <a:pt x="166246" y="169409"/>
                    </a:lnTo>
                    <a:lnTo>
                      <a:pt x="198112" y="126944"/>
                    </a:lnTo>
                    <a:lnTo>
                      <a:pt x="232350" y="82993"/>
                    </a:lnTo>
                    <a:lnTo>
                      <a:pt x="268961" y="37558"/>
                    </a:lnTo>
                    <a:lnTo>
                      <a:pt x="268653" y="49326"/>
                    </a:lnTo>
                    <a:lnTo>
                      <a:pt x="257983" y="93441"/>
                    </a:lnTo>
                    <a:lnTo>
                      <a:pt x="233553" y="119563"/>
                    </a:lnTo>
                    <a:lnTo>
                      <a:pt x="214845" y="140188"/>
                    </a:lnTo>
                    <a:lnTo>
                      <a:pt x="181696" y="182345"/>
                    </a:lnTo>
                    <a:lnTo>
                      <a:pt x="148148" y="231968"/>
                    </a:lnTo>
                    <a:lnTo>
                      <a:pt x="107751" y="297157"/>
                    </a:lnTo>
                    <a:lnTo>
                      <a:pt x="104208" y="302280"/>
                    </a:lnTo>
                    <a:lnTo>
                      <a:pt x="100813" y="305207"/>
                    </a:lnTo>
                    <a:lnTo>
                      <a:pt x="97563" y="305968"/>
                    </a:lnTo>
                    <a:lnTo>
                      <a:pt x="93933" y="306173"/>
                    </a:lnTo>
                    <a:close/>
                  </a:path>
                </a:pathLst>
              </a:custGeom>
              <a:solidFill>
                <a:srgbClr val="AF25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9" name="object 9"/>
            <p:cNvGrpSpPr/>
            <p:nvPr/>
          </p:nvGrpSpPr>
          <p:grpSpPr>
            <a:xfrm>
              <a:off x="1706933" y="3665177"/>
              <a:ext cx="612775" cy="556895"/>
              <a:chOff x="1706933" y="3665177"/>
              <a:chExt cx="612775" cy="556895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1706933" y="3665177"/>
                <a:ext cx="612775" cy="556895"/>
              </a:xfrm>
              <a:custGeom>
                <a:avLst/>
                <a:gdLst/>
                <a:ahLst/>
                <a:cxnLst/>
                <a:rect l="l" t="t" r="r" b="b"/>
                <a:pathLst>
                  <a:path w="612775" h="556895">
                    <a:moveTo>
                      <a:pt x="157547" y="556886"/>
                    </a:moveTo>
                    <a:lnTo>
                      <a:pt x="114719" y="556782"/>
                    </a:lnTo>
                    <a:lnTo>
                      <a:pt x="72837" y="553687"/>
                    </a:lnTo>
                    <a:lnTo>
                      <a:pt x="35141" y="531920"/>
                    </a:lnTo>
                    <a:lnTo>
                      <a:pt x="14893" y="492408"/>
                    </a:lnTo>
                    <a:lnTo>
                      <a:pt x="5464" y="439432"/>
                    </a:lnTo>
                    <a:lnTo>
                      <a:pt x="2424" y="349439"/>
                    </a:lnTo>
                    <a:lnTo>
                      <a:pt x="1138" y="293856"/>
                    </a:lnTo>
                    <a:lnTo>
                      <a:pt x="328" y="241562"/>
                    </a:lnTo>
                    <a:lnTo>
                      <a:pt x="0" y="192558"/>
                    </a:lnTo>
                    <a:lnTo>
                      <a:pt x="186" y="175383"/>
                    </a:lnTo>
                    <a:lnTo>
                      <a:pt x="4039" y="123765"/>
                    </a:lnTo>
                    <a:lnTo>
                      <a:pt x="21432" y="62686"/>
                    </a:lnTo>
                    <a:lnTo>
                      <a:pt x="48945" y="31289"/>
                    </a:lnTo>
                    <a:lnTo>
                      <a:pt x="93026" y="12933"/>
                    </a:lnTo>
                    <a:lnTo>
                      <a:pt x="148117" y="3999"/>
                    </a:lnTo>
                    <a:lnTo>
                      <a:pt x="186824" y="1460"/>
                    </a:lnTo>
                    <a:lnTo>
                      <a:pt x="259979" y="129"/>
                    </a:lnTo>
                    <a:lnTo>
                      <a:pt x="304702" y="0"/>
                    </a:lnTo>
                    <a:lnTo>
                      <a:pt x="354856" y="224"/>
                    </a:lnTo>
                    <a:lnTo>
                      <a:pt x="410439" y="799"/>
                    </a:lnTo>
                    <a:lnTo>
                      <a:pt x="471453" y="1723"/>
                    </a:lnTo>
                    <a:lnTo>
                      <a:pt x="513494" y="4431"/>
                    </a:lnTo>
                    <a:lnTo>
                      <a:pt x="563905" y="15642"/>
                    </a:lnTo>
                    <a:lnTo>
                      <a:pt x="596920" y="40481"/>
                    </a:lnTo>
                    <a:lnTo>
                      <a:pt x="610386" y="84011"/>
                    </a:lnTo>
                    <a:lnTo>
                      <a:pt x="611910" y="123117"/>
                    </a:lnTo>
                    <a:lnTo>
                      <a:pt x="612522" y="164672"/>
                    </a:lnTo>
                    <a:lnTo>
                      <a:pt x="612220" y="208677"/>
                    </a:lnTo>
                    <a:lnTo>
                      <a:pt x="611006" y="255132"/>
                    </a:lnTo>
                    <a:lnTo>
                      <a:pt x="608879" y="304036"/>
                    </a:lnTo>
                    <a:lnTo>
                      <a:pt x="605839" y="355390"/>
                    </a:lnTo>
                    <a:lnTo>
                      <a:pt x="601886" y="409192"/>
                    </a:lnTo>
                    <a:lnTo>
                      <a:pt x="597020" y="465443"/>
                    </a:lnTo>
                    <a:lnTo>
                      <a:pt x="591241" y="524142"/>
                    </a:lnTo>
                    <a:lnTo>
                      <a:pt x="585793" y="479364"/>
                    </a:lnTo>
                    <a:lnTo>
                      <a:pt x="580626" y="432083"/>
                    </a:lnTo>
                    <a:lnTo>
                      <a:pt x="575738" y="382300"/>
                    </a:lnTo>
                    <a:lnTo>
                      <a:pt x="571130" y="330013"/>
                    </a:lnTo>
                    <a:lnTo>
                      <a:pt x="566802" y="275224"/>
                    </a:lnTo>
                    <a:lnTo>
                      <a:pt x="562754" y="217931"/>
                    </a:lnTo>
                    <a:lnTo>
                      <a:pt x="558986" y="158136"/>
                    </a:lnTo>
                    <a:lnTo>
                      <a:pt x="555498" y="95838"/>
                    </a:lnTo>
                    <a:lnTo>
                      <a:pt x="551780" y="72243"/>
                    </a:lnTo>
                    <a:lnTo>
                      <a:pt x="551517" y="70224"/>
                    </a:lnTo>
                    <a:lnTo>
                      <a:pt x="550024" y="69404"/>
                    </a:lnTo>
                    <a:lnTo>
                      <a:pt x="547272" y="69755"/>
                    </a:lnTo>
                    <a:lnTo>
                      <a:pt x="287614" y="76430"/>
                    </a:lnTo>
                    <a:lnTo>
                      <a:pt x="225749" y="77401"/>
                    </a:lnTo>
                    <a:lnTo>
                      <a:pt x="174343" y="77985"/>
                    </a:lnTo>
                    <a:lnTo>
                      <a:pt x="133393" y="78179"/>
                    </a:lnTo>
                    <a:lnTo>
                      <a:pt x="102897" y="77981"/>
                    </a:lnTo>
                    <a:lnTo>
                      <a:pt x="92006" y="78502"/>
                    </a:lnTo>
                    <a:lnTo>
                      <a:pt x="83265" y="79975"/>
                    </a:lnTo>
                    <a:lnTo>
                      <a:pt x="76670" y="82398"/>
                    </a:lnTo>
                    <a:lnTo>
                      <a:pt x="72218" y="85768"/>
                    </a:lnTo>
                    <a:lnTo>
                      <a:pt x="69817" y="85651"/>
                    </a:lnTo>
                    <a:lnTo>
                      <a:pt x="68500" y="92296"/>
                    </a:lnTo>
                    <a:lnTo>
                      <a:pt x="68266" y="105645"/>
                    </a:lnTo>
                    <a:lnTo>
                      <a:pt x="72481" y="140911"/>
                    </a:lnTo>
                    <a:lnTo>
                      <a:pt x="75464" y="188486"/>
                    </a:lnTo>
                    <a:lnTo>
                      <a:pt x="77211" y="248372"/>
                    </a:lnTo>
                    <a:lnTo>
                      <a:pt x="77721" y="320572"/>
                    </a:lnTo>
                    <a:lnTo>
                      <a:pt x="77134" y="359505"/>
                    </a:lnTo>
                    <a:lnTo>
                      <a:pt x="75636" y="398404"/>
                    </a:lnTo>
                    <a:lnTo>
                      <a:pt x="73226" y="437270"/>
                    </a:lnTo>
                    <a:lnTo>
                      <a:pt x="69905" y="476104"/>
                    </a:lnTo>
                    <a:lnTo>
                      <a:pt x="72523" y="485627"/>
                    </a:lnTo>
                    <a:lnTo>
                      <a:pt x="79544" y="492464"/>
                    </a:lnTo>
                    <a:lnTo>
                      <a:pt x="90966" y="496617"/>
                    </a:lnTo>
                    <a:lnTo>
                      <a:pt x="106790" y="498088"/>
                    </a:lnTo>
                    <a:lnTo>
                      <a:pt x="184209" y="499714"/>
                    </a:lnTo>
                    <a:lnTo>
                      <a:pt x="254973" y="501584"/>
                    </a:lnTo>
                    <a:lnTo>
                      <a:pt x="319082" y="503699"/>
                    </a:lnTo>
                    <a:lnTo>
                      <a:pt x="376535" y="506059"/>
                    </a:lnTo>
                    <a:lnTo>
                      <a:pt x="427332" y="508665"/>
                    </a:lnTo>
                    <a:lnTo>
                      <a:pt x="471473" y="511515"/>
                    </a:lnTo>
                    <a:lnTo>
                      <a:pt x="539786" y="517951"/>
                    </a:lnTo>
                    <a:lnTo>
                      <a:pt x="570632" y="523059"/>
                    </a:lnTo>
                    <a:lnTo>
                      <a:pt x="536642" y="529314"/>
                    </a:lnTo>
                    <a:lnTo>
                      <a:pt x="496743" y="535079"/>
                    </a:lnTo>
                    <a:lnTo>
                      <a:pt x="450935" y="540348"/>
                    </a:lnTo>
                    <a:lnTo>
                      <a:pt x="399219" y="545116"/>
                    </a:lnTo>
                    <a:lnTo>
                      <a:pt x="341595" y="549376"/>
                    </a:lnTo>
                    <a:lnTo>
                      <a:pt x="270982" y="553184"/>
                    </a:lnTo>
                    <a:lnTo>
                      <a:pt x="209634" y="555687"/>
                    </a:lnTo>
                    <a:lnTo>
                      <a:pt x="157547" y="556886"/>
                    </a:lnTo>
                    <a:close/>
                  </a:path>
                </a:pathLst>
              </a:custGeom>
              <a:solidFill>
                <a:srgbClr val="181C4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1907258" y="3798369"/>
                <a:ext cx="269240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306704">
                    <a:moveTo>
                      <a:pt x="93933" y="306173"/>
                    </a:moveTo>
                    <a:lnTo>
                      <a:pt x="91123" y="305500"/>
                    </a:lnTo>
                    <a:lnTo>
                      <a:pt x="89103" y="303978"/>
                    </a:lnTo>
                    <a:lnTo>
                      <a:pt x="83571" y="299089"/>
                    </a:lnTo>
                    <a:lnTo>
                      <a:pt x="80145" y="296279"/>
                    </a:lnTo>
                    <a:lnTo>
                      <a:pt x="78828" y="295576"/>
                    </a:lnTo>
                    <a:lnTo>
                      <a:pt x="96539" y="266390"/>
                    </a:lnTo>
                    <a:lnTo>
                      <a:pt x="97036" y="265102"/>
                    </a:lnTo>
                    <a:lnTo>
                      <a:pt x="96832" y="263902"/>
                    </a:lnTo>
                    <a:lnTo>
                      <a:pt x="95953" y="262848"/>
                    </a:lnTo>
                    <a:lnTo>
                      <a:pt x="94138" y="261385"/>
                    </a:lnTo>
                    <a:lnTo>
                      <a:pt x="92470" y="261472"/>
                    </a:lnTo>
                    <a:lnTo>
                      <a:pt x="90948" y="263141"/>
                    </a:lnTo>
                    <a:lnTo>
                      <a:pt x="74144" y="290717"/>
                    </a:lnTo>
                    <a:lnTo>
                      <a:pt x="37845" y="253627"/>
                    </a:lnTo>
                    <a:lnTo>
                      <a:pt x="32488" y="247304"/>
                    </a:lnTo>
                    <a:lnTo>
                      <a:pt x="15851" y="183299"/>
                    </a:lnTo>
                    <a:lnTo>
                      <a:pt x="5022" y="134040"/>
                    </a:lnTo>
                    <a:lnTo>
                      <a:pt x="0" y="99530"/>
                    </a:lnTo>
                    <a:lnTo>
                      <a:pt x="784" y="79770"/>
                    </a:lnTo>
                    <a:lnTo>
                      <a:pt x="2834" y="76550"/>
                    </a:lnTo>
                    <a:lnTo>
                      <a:pt x="3770" y="74677"/>
                    </a:lnTo>
                    <a:lnTo>
                      <a:pt x="3565" y="74150"/>
                    </a:lnTo>
                    <a:lnTo>
                      <a:pt x="34713" y="105853"/>
                    </a:lnTo>
                    <a:lnTo>
                      <a:pt x="34274" y="107288"/>
                    </a:lnTo>
                    <a:lnTo>
                      <a:pt x="34274" y="108693"/>
                    </a:lnTo>
                    <a:lnTo>
                      <a:pt x="34654" y="110127"/>
                    </a:lnTo>
                    <a:lnTo>
                      <a:pt x="38787" y="119666"/>
                    </a:lnTo>
                    <a:lnTo>
                      <a:pt x="45079" y="138750"/>
                    </a:lnTo>
                    <a:lnTo>
                      <a:pt x="53529" y="167373"/>
                    </a:lnTo>
                    <a:lnTo>
                      <a:pt x="64133" y="205530"/>
                    </a:lnTo>
                    <a:lnTo>
                      <a:pt x="89035" y="164826"/>
                    </a:lnTo>
                    <a:lnTo>
                      <a:pt x="115922" y="120435"/>
                    </a:lnTo>
                    <a:lnTo>
                      <a:pt x="144790" y="72362"/>
                    </a:lnTo>
                    <a:lnTo>
                      <a:pt x="175636" y="20608"/>
                    </a:lnTo>
                    <a:lnTo>
                      <a:pt x="181987" y="12711"/>
                    </a:lnTo>
                    <a:lnTo>
                      <a:pt x="203388" y="0"/>
                    </a:lnTo>
                    <a:lnTo>
                      <a:pt x="207691" y="1346"/>
                    </a:lnTo>
                    <a:lnTo>
                      <a:pt x="212346" y="4127"/>
                    </a:lnTo>
                    <a:lnTo>
                      <a:pt x="227791" y="14589"/>
                    </a:lnTo>
                    <a:lnTo>
                      <a:pt x="239614" y="22306"/>
                    </a:lnTo>
                    <a:lnTo>
                      <a:pt x="247814" y="27279"/>
                    </a:lnTo>
                    <a:lnTo>
                      <a:pt x="252392" y="29507"/>
                    </a:lnTo>
                    <a:lnTo>
                      <a:pt x="258774" y="32083"/>
                    </a:lnTo>
                    <a:lnTo>
                      <a:pt x="263077" y="32845"/>
                    </a:lnTo>
                    <a:lnTo>
                      <a:pt x="265360" y="31791"/>
                    </a:lnTo>
                    <a:lnTo>
                      <a:pt x="235243" y="69092"/>
                    </a:lnTo>
                    <a:lnTo>
                      <a:pt x="209089" y="102044"/>
                    </a:lnTo>
                    <a:lnTo>
                      <a:pt x="168669" y="154887"/>
                    </a:lnTo>
                    <a:lnTo>
                      <a:pt x="141247" y="193005"/>
                    </a:lnTo>
                    <a:lnTo>
                      <a:pt x="104384" y="245987"/>
                    </a:lnTo>
                    <a:lnTo>
                      <a:pt x="103565" y="246806"/>
                    </a:lnTo>
                    <a:lnTo>
                      <a:pt x="103623" y="248124"/>
                    </a:lnTo>
                    <a:lnTo>
                      <a:pt x="104589" y="249938"/>
                    </a:lnTo>
                    <a:lnTo>
                      <a:pt x="106668" y="251490"/>
                    </a:lnTo>
                    <a:lnTo>
                      <a:pt x="108336" y="251461"/>
                    </a:lnTo>
                    <a:lnTo>
                      <a:pt x="109624" y="249880"/>
                    </a:lnTo>
                    <a:lnTo>
                      <a:pt x="136751" y="210389"/>
                    </a:lnTo>
                    <a:lnTo>
                      <a:pt x="166246" y="169409"/>
                    </a:lnTo>
                    <a:lnTo>
                      <a:pt x="198112" y="126944"/>
                    </a:lnTo>
                    <a:lnTo>
                      <a:pt x="232350" y="82993"/>
                    </a:lnTo>
                    <a:lnTo>
                      <a:pt x="268961" y="37558"/>
                    </a:lnTo>
                    <a:lnTo>
                      <a:pt x="268653" y="49326"/>
                    </a:lnTo>
                    <a:lnTo>
                      <a:pt x="257983" y="93441"/>
                    </a:lnTo>
                    <a:lnTo>
                      <a:pt x="233553" y="119563"/>
                    </a:lnTo>
                    <a:lnTo>
                      <a:pt x="214845" y="140188"/>
                    </a:lnTo>
                    <a:lnTo>
                      <a:pt x="181696" y="182345"/>
                    </a:lnTo>
                    <a:lnTo>
                      <a:pt x="148148" y="231968"/>
                    </a:lnTo>
                    <a:lnTo>
                      <a:pt x="107751" y="297157"/>
                    </a:lnTo>
                    <a:lnTo>
                      <a:pt x="104208" y="302280"/>
                    </a:lnTo>
                    <a:lnTo>
                      <a:pt x="100813" y="305207"/>
                    </a:lnTo>
                    <a:lnTo>
                      <a:pt x="97563" y="305968"/>
                    </a:lnTo>
                    <a:lnTo>
                      <a:pt x="93933" y="306173"/>
                    </a:lnTo>
                    <a:close/>
                  </a:path>
                </a:pathLst>
              </a:custGeom>
              <a:solidFill>
                <a:srgbClr val="AF25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2" name="object 12"/>
            <p:cNvGrpSpPr/>
            <p:nvPr/>
          </p:nvGrpSpPr>
          <p:grpSpPr>
            <a:xfrm>
              <a:off x="1706933" y="5053398"/>
              <a:ext cx="612775" cy="556895"/>
              <a:chOff x="1706933" y="5053398"/>
              <a:chExt cx="612775" cy="556895"/>
            </a:xfrm>
          </p:grpSpPr>
          <p:sp>
            <p:nvSpPr>
              <p:cNvPr id="13" name="object 13"/>
              <p:cNvSpPr/>
              <p:nvPr/>
            </p:nvSpPr>
            <p:spPr>
              <a:xfrm>
                <a:off x="1706933" y="5053398"/>
                <a:ext cx="612775" cy="556895"/>
              </a:xfrm>
              <a:custGeom>
                <a:avLst/>
                <a:gdLst/>
                <a:ahLst/>
                <a:cxnLst/>
                <a:rect l="l" t="t" r="r" b="b"/>
                <a:pathLst>
                  <a:path w="612775" h="556895">
                    <a:moveTo>
                      <a:pt x="157547" y="556886"/>
                    </a:moveTo>
                    <a:lnTo>
                      <a:pt x="114719" y="556782"/>
                    </a:lnTo>
                    <a:lnTo>
                      <a:pt x="72837" y="553687"/>
                    </a:lnTo>
                    <a:lnTo>
                      <a:pt x="35141" y="531920"/>
                    </a:lnTo>
                    <a:lnTo>
                      <a:pt x="14893" y="492408"/>
                    </a:lnTo>
                    <a:lnTo>
                      <a:pt x="5464" y="439432"/>
                    </a:lnTo>
                    <a:lnTo>
                      <a:pt x="2424" y="349439"/>
                    </a:lnTo>
                    <a:lnTo>
                      <a:pt x="1138" y="293856"/>
                    </a:lnTo>
                    <a:lnTo>
                      <a:pt x="328" y="241562"/>
                    </a:lnTo>
                    <a:lnTo>
                      <a:pt x="0" y="192558"/>
                    </a:lnTo>
                    <a:lnTo>
                      <a:pt x="186" y="175383"/>
                    </a:lnTo>
                    <a:lnTo>
                      <a:pt x="4039" y="123765"/>
                    </a:lnTo>
                    <a:lnTo>
                      <a:pt x="21432" y="62686"/>
                    </a:lnTo>
                    <a:lnTo>
                      <a:pt x="48945" y="31289"/>
                    </a:lnTo>
                    <a:lnTo>
                      <a:pt x="93026" y="12933"/>
                    </a:lnTo>
                    <a:lnTo>
                      <a:pt x="148117" y="3999"/>
                    </a:lnTo>
                    <a:lnTo>
                      <a:pt x="186824" y="1460"/>
                    </a:lnTo>
                    <a:lnTo>
                      <a:pt x="259979" y="129"/>
                    </a:lnTo>
                    <a:lnTo>
                      <a:pt x="304702" y="0"/>
                    </a:lnTo>
                    <a:lnTo>
                      <a:pt x="354856" y="224"/>
                    </a:lnTo>
                    <a:lnTo>
                      <a:pt x="410439" y="799"/>
                    </a:lnTo>
                    <a:lnTo>
                      <a:pt x="471453" y="1723"/>
                    </a:lnTo>
                    <a:lnTo>
                      <a:pt x="513494" y="4431"/>
                    </a:lnTo>
                    <a:lnTo>
                      <a:pt x="563905" y="15642"/>
                    </a:lnTo>
                    <a:lnTo>
                      <a:pt x="596920" y="40481"/>
                    </a:lnTo>
                    <a:lnTo>
                      <a:pt x="610386" y="84011"/>
                    </a:lnTo>
                    <a:lnTo>
                      <a:pt x="611910" y="123117"/>
                    </a:lnTo>
                    <a:lnTo>
                      <a:pt x="612522" y="164672"/>
                    </a:lnTo>
                    <a:lnTo>
                      <a:pt x="612220" y="208677"/>
                    </a:lnTo>
                    <a:lnTo>
                      <a:pt x="611006" y="255132"/>
                    </a:lnTo>
                    <a:lnTo>
                      <a:pt x="608879" y="304036"/>
                    </a:lnTo>
                    <a:lnTo>
                      <a:pt x="605839" y="355390"/>
                    </a:lnTo>
                    <a:lnTo>
                      <a:pt x="601886" y="409192"/>
                    </a:lnTo>
                    <a:lnTo>
                      <a:pt x="597020" y="465443"/>
                    </a:lnTo>
                    <a:lnTo>
                      <a:pt x="591241" y="524142"/>
                    </a:lnTo>
                    <a:lnTo>
                      <a:pt x="585793" y="479364"/>
                    </a:lnTo>
                    <a:lnTo>
                      <a:pt x="580626" y="432083"/>
                    </a:lnTo>
                    <a:lnTo>
                      <a:pt x="575738" y="382300"/>
                    </a:lnTo>
                    <a:lnTo>
                      <a:pt x="571130" y="330013"/>
                    </a:lnTo>
                    <a:lnTo>
                      <a:pt x="566802" y="275224"/>
                    </a:lnTo>
                    <a:lnTo>
                      <a:pt x="562754" y="217931"/>
                    </a:lnTo>
                    <a:lnTo>
                      <a:pt x="558986" y="158136"/>
                    </a:lnTo>
                    <a:lnTo>
                      <a:pt x="555498" y="95838"/>
                    </a:lnTo>
                    <a:lnTo>
                      <a:pt x="551780" y="72243"/>
                    </a:lnTo>
                    <a:lnTo>
                      <a:pt x="551517" y="70224"/>
                    </a:lnTo>
                    <a:lnTo>
                      <a:pt x="550024" y="69404"/>
                    </a:lnTo>
                    <a:lnTo>
                      <a:pt x="547272" y="69755"/>
                    </a:lnTo>
                    <a:lnTo>
                      <a:pt x="287614" y="76430"/>
                    </a:lnTo>
                    <a:lnTo>
                      <a:pt x="225749" y="77401"/>
                    </a:lnTo>
                    <a:lnTo>
                      <a:pt x="174343" y="77985"/>
                    </a:lnTo>
                    <a:lnTo>
                      <a:pt x="133393" y="78179"/>
                    </a:lnTo>
                    <a:lnTo>
                      <a:pt x="102897" y="77981"/>
                    </a:lnTo>
                    <a:lnTo>
                      <a:pt x="92006" y="78502"/>
                    </a:lnTo>
                    <a:lnTo>
                      <a:pt x="83265" y="79975"/>
                    </a:lnTo>
                    <a:lnTo>
                      <a:pt x="76670" y="82398"/>
                    </a:lnTo>
                    <a:lnTo>
                      <a:pt x="72218" y="85768"/>
                    </a:lnTo>
                    <a:lnTo>
                      <a:pt x="69817" y="85651"/>
                    </a:lnTo>
                    <a:lnTo>
                      <a:pt x="68500" y="92296"/>
                    </a:lnTo>
                    <a:lnTo>
                      <a:pt x="68266" y="105645"/>
                    </a:lnTo>
                    <a:lnTo>
                      <a:pt x="72481" y="140911"/>
                    </a:lnTo>
                    <a:lnTo>
                      <a:pt x="75464" y="188486"/>
                    </a:lnTo>
                    <a:lnTo>
                      <a:pt x="77211" y="248372"/>
                    </a:lnTo>
                    <a:lnTo>
                      <a:pt x="77721" y="320572"/>
                    </a:lnTo>
                    <a:lnTo>
                      <a:pt x="77134" y="359505"/>
                    </a:lnTo>
                    <a:lnTo>
                      <a:pt x="75636" y="398404"/>
                    </a:lnTo>
                    <a:lnTo>
                      <a:pt x="73226" y="437270"/>
                    </a:lnTo>
                    <a:lnTo>
                      <a:pt x="69905" y="476104"/>
                    </a:lnTo>
                    <a:lnTo>
                      <a:pt x="72523" y="485627"/>
                    </a:lnTo>
                    <a:lnTo>
                      <a:pt x="79544" y="492464"/>
                    </a:lnTo>
                    <a:lnTo>
                      <a:pt x="90966" y="496617"/>
                    </a:lnTo>
                    <a:lnTo>
                      <a:pt x="106790" y="498088"/>
                    </a:lnTo>
                    <a:lnTo>
                      <a:pt x="184209" y="499714"/>
                    </a:lnTo>
                    <a:lnTo>
                      <a:pt x="254973" y="501584"/>
                    </a:lnTo>
                    <a:lnTo>
                      <a:pt x="319082" y="503699"/>
                    </a:lnTo>
                    <a:lnTo>
                      <a:pt x="376535" y="506059"/>
                    </a:lnTo>
                    <a:lnTo>
                      <a:pt x="427332" y="508665"/>
                    </a:lnTo>
                    <a:lnTo>
                      <a:pt x="471473" y="511515"/>
                    </a:lnTo>
                    <a:lnTo>
                      <a:pt x="539786" y="517951"/>
                    </a:lnTo>
                    <a:lnTo>
                      <a:pt x="570632" y="523059"/>
                    </a:lnTo>
                    <a:lnTo>
                      <a:pt x="536642" y="529314"/>
                    </a:lnTo>
                    <a:lnTo>
                      <a:pt x="496743" y="535079"/>
                    </a:lnTo>
                    <a:lnTo>
                      <a:pt x="450935" y="540348"/>
                    </a:lnTo>
                    <a:lnTo>
                      <a:pt x="399219" y="545116"/>
                    </a:lnTo>
                    <a:lnTo>
                      <a:pt x="341595" y="549376"/>
                    </a:lnTo>
                    <a:lnTo>
                      <a:pt x="270982" y="553184"/>
                    </a:lnTo>
                    <a:lnTo>
                      <a:pt x="209634" y="555687"/>
                    </a:lnTo>
                    <a:lnTo>
                      <a:pt x="157547" y="556886"/>
                    </a:lnTo>
                    <a:close/>
                  </a:path>
                </a:pathLst>
              </a:custGeom>
              <a:solidFill>
                <a:srgbClr val="181C4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1907258" y="5186590"/>
                <a:ext cx="269240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306704">
                    <a:moveTo>
                      <a:pt x="93933" y="306173"/>
                    </a:moveTo>
                    <a:lnTo>
                      <a:pt x="91123" y="305500"/>
                    </a:lnTo>
                    <a:lnTo>
                      <a:pt x="89103" y="303978"/>
                    </a:lnTo>
                    <a:lnTo>
                      <a:pt x="83571" y="299089"/>
                    </a:lnTo>
                    <a:lnTo>
                      <a:pt x="80145" y="296279"/>
                    </a:lnTo>
                    <a:lnTo>
                      <a:pt x="78828" y="295576"/>
                    </a:lnTo>
                    <a:lnTo>
                      <a:pt x="96539" y="266390"/>
                    </a:lnTo>
                    <a:lnTo>
                      <a:pt x="97036" y="265102"/>
                    </a:lnTo>
                    <a:lnTo>
                      <a:pt x="96832" y="263902"/>
                    </a:lnTo>
                    <a:lnTo>
                      <a:pt x="95953" y="262848"/>
                    </a:lnTo>
                    <a:lnTo>
                      <a:pt x="94138" y="261385"/>
                    </a:lnTo>
                    <a:lnTo>
                      <a:pt x="92470" y="261472"/>
                    </a:lnTo>
                    <a:lnTo>
                      <a:pt x="90948" y="263141"/>
                    </a:lnTo>
                    <a:lnTo>
                      <a:pt x="74144" y="290717"/>
                    </a:lnTo>
                    <a:lnTo>
                      <a:pt x="37845" y="253627"/>
                    </a:lnTo>
                    <a:lnTo>
                      <a:pt x="32488" y="247304"/>
                    </a:lnTo>
                    <a:lnTo>
                      <a:pt x="15851" y="183299"/>
                    </a:lnTo>
                    <a:lnTo>
                      <a:pt x="5022" y="134040"/>
                    </a:lnTo>
                    <a:lnTo>
                      <a:pt x="0" y="99530"/>
                    </a:lnTo>
                    <a:lnTo>
                      <a:pt x="784" y="79770"/>
                    </a:lnTo>
                    <a:lnTo>
                      <a:pt x="2834" y="76550"/>
                    </a:lnTo>
                    <a:lnTo>
                      <a:pt x="3770" y="74677"/>
                    </a:lnTo>
                    <a:lnTo>
                      <a:pt x="3565" y="74150"/>
                    </a:lnTo>
                    <a:lnTo>
                      <a:pt x="34713" y="105853"/>
                    </a:lnTo>
                    <a:lnTo>
                      <a:pt x="34274" y="107288"/>
                    </a:lnTo>
                    <a:lnTo>
                      <a:pt x="34274" y="108693"/>
                    </a:lnTo>
                    <a:lnTo>
                      <a:pt x="34654" y="110127"/>
                    </a:lnTo>
                    <a:lnTo>
                      <a:pt x="38787" y="119666"/>
                    </a:lnTo>
                    <a:lnTo>
                      <a:pt x="45079" y="138750"/>
                    </a:lnTo>
                    <a:lnTo>
                      <a:pt x="53529" y="167373"/>
                    </a:lnTo>
                    <a:lnTo>
                      <a:pt x="64133" y="205530"/>
                    </a:lnTo>
                    <a:lnTo>
                      <a:pt x="89035" y="164826"/>
                    </a:lnTo>
                    <a:lnTo>
                      <a:pt x="115922" y="120435"/>
                    </a:lnTo>
                    <a:lnTo>
                      <a:pt x="144790" y="72362"/>
                    </a:lnTo>
                    <a:lnTo>
                      <a:pt x="175636" y="20608"/>
                    </a:lnTo>
                    <a:lnTo>
                      <a:pt x="181987" y="12711"/>
                    </a:lnTo>
                    <a:lnTo>
                      <a:pt x="203388" y="0"/>
                    </a:lnTo>
                    <a:lnTo>
                      <a:pt x="207691" y="1346"/>
                    </a:lnTo>
                    <a:lnTo>
                      <a:pt x="212346" y="4127"/>
                    </a:lnTo>
                    <a:lnTo>
                      <a:pt x="227791" y="14589"/>
                    </a:lnTo>
                    <a:lnTo>
                      <a:pt x="239614" y="22306"/>
                    </a:lnTo>
                    <a:lnTo>
                      <a:pt x="247814" y="27279"/>
                    </a:lnTo>
                    <a:lnTo>
                      <a:pt x="252392" y="29507"/>
                    </a:lnTo>
                    <a:lnTo>
                      <a:pt x="258774" y="32083"/>
                    </a:lnTo>
                    <a:lnTo>
                      <a:pt x="263077" y="32845"/>
                    </a:lnTo>
                    <a:lnTo>
                      <a:pt x="265360" y="31791"/>
                    </a:lnTo>
                    <a:lnTo>
                      <a:pt x="235243" y="69092"/>
                    </a:lnTo>
                    <a:lnTo>
                      <a:pt x="209089" y="102044"/>
                    </a:lnTo>
                    <a:lnTo>
                      <a:pt x="168669" y="154887"/>
                    </a:lnTo>
                    <a:lnTo>
                      <a:pt x="141247" y="193005"/>
                    </a:lnTo>
                    <a:lnTo>
                      <a:pt x="104384" y="245987"/>
                    </a:lnTo>
                    <a:lnTo>
                      <a:pt x="103565" y="246806"/>
                    </a:lnTo>
                    <a:lnTo>
                      <a:pt x="103623" y="248124"/>
                    </a:lnTo>
                    <a:lnTo>
                      <a:pt x="104589" y="249938"/>
                    </a:lnTo>
                    <a:lnTo>
                      <a:pt x="106668" y="251490"/>
                    </a:lnTo>
                    <a:lnTo>
                      <a:pt x="108336" y="251461"/>
                    </a:lnTo>
                    <a:lnTo>
                      <a:pt x="109624" y="249880"/>
                    </a:lnTo>
                    <a:lnTo>
                      <a:pt x="136751" y="210389"/>
                    </a:lnTo>
                    <a:lnTo>
                      <a:pt x="166246" y="169409"/>
                    </a:lnTo>
                    <a:lnTo>
                      <a:pt x="198112" y="126944"/>
                    </a:lnTo>
                    <a:lnTo>
                      <a:pt x="232350" y="82993"/>
                    </a:lnTo>
                    <a:lnTo>
                      <a:pt x="268961" y="37558"/>
                    </a:lnTo>
                    <a:lnTo>
                      <a:pt x="268653" y="49326"/>
                    </a:lnTo>
                    <a:lnTo>
                      <a:pt x="257983" y="93441"/>
                    </a:lnTo>
                    <a:lnTo>
                      <a:pt x="233553" y="119563"/>
                    </a:lnTo>
                    <a:lnTo>
                      <a:pt x="214845" y="140188"/>
                    </a:lnTo>
                    <a:lnTo>
                      <a:pt x="181696" y="182345"/>
                    </a:lnTo>
                    <a:lnTo>
                      <a:pt x="148148" y="231968"/>
                    </a:lnTo>
                    <a:lnTo>
                      <a:pt x="107751" y="297157"/>
                    </a:lnTo>
                    <a:lnTo>
                      <a:pt x="104208" y="302280"/>
                    </a:lnTo>
                    <a:lnTo>
                      <a:pt x="100813" y="305207"/>
                    </a:lnTo>
                    <a:lnTo>
                      <a:pt x="97563" y="305968"/>
                    </a:lnTo>
                    <a:lnTo>
                      <a:pt x="93933" y="306173"/>
                    </a:lnTo>
                    <a:close/>
                  </a:path>
                </a:pathLst>
              </a:custGeom>
              <a:solidFill>
                <a:srgbClr val="AF25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5" name="object 15"/>
            <p:cNvGrpSpPr/>
            <p:nvPr/>
          </p:nvGrpSpPr>
          <p:grpSpPr>
            <a:xfrm>
              <a:off x="1706933" y="5908295"/>
              <a:ext cx="612775" cy="556895"/>
              <a:chOff x="1706933" y="5908295"/>
              <a:chExt cx="612775" cy="556895"/>
            </a:xfrm>
          </p:grpSpPr>
          <p:sp>
            <p:nvSpPr>
              <p:cNvPr id="16" name="object 16"/>
              <p:cNvSpPr/>
              <p:nvPr/>
            </p:nvSpPr>
            <p:spPr>
              <a:xfrm>
                <a:off x="1706933" y="5908295"/>
                <a:ext cx="612775" cy="556895"/>
              </a:xfrm>
              <a:custGeom>
                <a:avLst/>
                <a:gdLst/>
                <a:ahLst/>
                <a:cxnLst/>
                <a:rect l="l" t="t" r="r" b="b"/>
                <a:pathLst>
                  <a:path w="612775" h="556895">
                    <a:moveTo>
                      <a:pt x="157547" y="556886"/>
                    </a:moveTo>
                    <a:lnTo>
                      <a:pt x="114719" y="556782"/>
                    </a:lnTo>
                    <a:lnTo>
                      <a:pt x="72837" y="553687"/>
                    </a:lnTo>
                    <a:lnTo>
                      <a:pt x="35141" y="531920"/>
                    </a:lnTo>
                    <a:lnTo>
                      <a:pt x="14893" y="492408"/>
                    </a:lnTo>
                    <a:lnTo>
                      <a:pt x="5464" y="439432"/>
                    </a:lnTo>
                    <a:lnTo>
                      <a:pt x="2424" y="349439"/>
                    </a:lnTo>
                    <a:lnTo>
                      <a:pt x="1138" y="293856"/>
                    </a:lnTo>
                    <a:lnTo>
                      <a:pt x="328" y="241562"/>
                    </a:lnTo>
                    <a:lnTo>
                      <a:pt x="0" y="192558"/>
                    </a:lnTo>
                    <a:lnTo>
                      <a:pt x="186" y="175383"/>
                    </a:lnTo>
                    <a:lnTo>
                      <a:pt x="4039" y="123765"/>
                    </a:lnTo>
                    <a:lnTo>
                      <a:pt x="21432" y="62686"/>
                    </a:lnTo>
                    <a:lnTo>
                      <a:pt x="48945" y="31289"/>
                    </a:lnTo>
                    <a:lnTo>
                      <a:pt x="93026" y="12933"/>
                    </a:lnTo>
                    <a:lnTo>
                      <a:pt x="148117" y="3999"/>
                    </a:lnTo>
                    <a:lnTo>
                      <a:pt x="186824" y="1460"/>
                    </a:lnTo>
                    <a:lnTo>
                      <a:pt x="259979" y="129"/>
                    </a:lnTo>
                    <a:lnTo>
                      <a:pt x="304702" y="0"/>
                    </a:lnTo>
                    <a:lnTo>
                      <a:pt x="354856" y="224"/>
                    </a:lnTo>
                    <a:lnTo>
                      <a:pt x="410439" y="799"/>
                    </a:lnTo>
                    <a:lnTo>
                      <a:pt x="471453" y="1723"/>
                    </a:lnTo>
                    <a:lnTo>
                      <a:pt x="513494" y="4431"/>
                    </a:lnTo>
                    <a:lnTo>
                      <a:pt x="563905" y="15642"/>
                    </a:lnTo>
                    <a:lnTo>
                      <a:pt x="596920" y="40481"/>
                    </a:lnTo>
                    <a:lnTo>
                      <a:pt x="610386" y="84011"/>
                    </a:lnTo>
                    <a:lnTo>
                      <a:pt x="611910" y="123117"/>
                    </a:lnTo>
                    <a:lnTo>
                      <a:pt x="612522" y="164672"/>
                    </a:lnTo>
                    <a:lnTo>
                      <a:pt x="612220" y="208677"/>
                    </a:lnTo>
                    <a:lnTo>
                      <a:pt x="611006" y="255132"/>
                    </a:lnTo>
                    <a:lnTo>
                      <a:pt x="608879" y="304036"/>
                    </a:lnTo>
                    <a:lnTo>
                      <a:pt x="605839" y="355390"/>
                    </a:lnTo>
                    <a:lnTo>
                      <a:pt x="601886" y="409192"/>
                    </a:lnTo>
                    <a:lnTo>
                      <a:pt x="597020" y="465443"/>
                    </a:lnTo>
                    <a:lnTo>
                      <a:pt x="591241" y="524142"/>
                    </a:lnTo>
                    <a:lnTo>
                      <a:pt x="585793" y="479364"/>
                    </a:lnTo>
                    <a:lnTo>
                      <a:pt x="580626" y="432083"/>
                    </a:lnTo>
                    <a:lnTo>
                      <a:pt x="575738" y="382300"/>
                    </a:lnTo>
                    <a:lnTo>
                      <a:pt x="571130" y="330013"/>
                    </a:lnTo>
                    <a:lnTo>
                      <a:pt x="566802" y="275224"/>
                    </a:lnTo>
                    <a:lnTo>
                      <a:pt x="562754" y="217931"/>
                    </a:lnTo>
                    <a:lnTo>
                      <a:pt x="558986" y="158136"/>
                    </a:lnTo>
                    <a:lnTo>
                      <a:pt x="555498" y="95838"/>
                    </a:lnTo>
                    <a:lnTo>
                      <a:pt x="551780" y="72243"/>
                    </a:lnTo>
                    <a:lnTo>
                      <a:pt x="551517" y="70224"/>
                    </a:lnTo>
                    <a:lnTo>
                      <a:pt x="550024" y="69404"/>
                    </a:lnTo>
                    <a:lnTo>
                      <a:pt x="547272" y="69755"/>
                    </a:lnTo>
                    <a:lnTo>
                      <a:pt x="287614" y="76430"/>
                    </a:lnTo>
                    <a:lnTo>
                      <a:pt x="225749" y="77401"/>
                    </a:lnTo>
                    <a:lnTo>
                      <a:pt x="174343" y="77985"/>
                    </a:lnTo>
                    <a:lnTo>
                      <a:pt x="133393" y="78179"/>
                    </a:lnTo>
                    <a:lnTo>
                      <a:pt x="102897" y="77981"/>
                    </a:lnTo>
                    <a:lnTo>
                      <a:pt x="92006" y="78502"/>
                    </a:lnTo>
                    <a:lnTo>
                      <a:pt x="83265" y="79975"/>
                    </a:lnTo>
                    <a:lnTo>
                      <a:pt x="76670" y="82398"/>
                    </a:lnTo>
                    <a:lnTo>
                      <a:pt x="72218" y="85768"/>
                    </a:lnTo>
                    <a:lnTo>
                      <a:pt x="69817" y="85651"/>
                    </a:lnTo>
                    <a:lnTo>
                      <a:pt x="68500" y="92296"/>
                    </a:lnTo>
                    <a:lnTo>
                      <a:pt x="68266" y="105645"/>
                    </a:lnTo>
                    <a:lnTo>
                      <a:pt x="72481" y="140911"/>
                    </a:lnTo>
                    <a:lnTo>
                      <a:pt x="75464" y="188486"/>
                    </a:lnTo>
                    <a:lnTo>
                      <a:pt x="77211" y="248372"/>
                    </a:lnTo>
                    <a:lnTo>
                      <a:pt x="77721" y="320572"/>
                    </a:lnTo>
                    <a:lnTo>
                      <a:pt x="77134" y="359505"/>
                    </a:lnTo>
                    <a:lnTo>
                      <a:pt x="75636" y="398404"/>
                    </a:lnTo>
                    <a:lnTo>
                      <a:pt x="73226" y="437270"/>
                    </a:lnTo>
                    <a:lnTo>
                      <a:pt x="69905" y="476104"/>
                    </a:lnTo>
                    <a:lnTo>
                      <a:pt x="72523" y="485627"/>
                    </a:lnTo>
                    <a:lnTo>
                      <a:pt x="79544" y="492464"/>
                    </a:lnTo>
                    <a:lnTo>
                      <a:pt x="90966" y="496617"/>
                    </a:lnTo>
                    <a:lnTo>
                      <a:pt x="106790" y="498088"/>
                    </a:lnTo>
                    <a:lnTo>
                      <a:pt x="184209" y="499714"/>
                    </a:lnTo>
                    <a:lnTo>
                      <a:pt x="254973" y="501584"/>
                    </a:lnTo>
                    <a:lnTo>
                      <a:pt x="319082" y="503699"/>
                    </a:lnTo>
                    <a:lnTo>
                      <a:pt x="376535" y="506059"/>
                    </a:lnTo>
                    <a:lnTo>
                      <a:pt x="427332" y="508665"/>
                    </a:lnTo>
                    <a:lnTo>
                      <a:pt x="471473" y="511515"/>
                    </a:lnTo>
                    <a:lnTo>
                      <a:pt x="539786" y="517951"/>
                    </a:lnTo>
                    <a:lnTo>
                      <a:pt x="570632" y="523059"/>
                    </a:lnTo>
                    <a:lnTo>
                      <a:pt x="536642" y="529314"/>
                    </a:lnTo>
                    <a:lnTo>
                      <a:pt x="496743" y="535079"/>
                    </a:lnTo>
                    <a:lnTo>
                      <a:pt x="450935" y="540348"/>
                    </a:lnTo>
                    <a:lnTo>
                      <a:pt x="399219" y="545116"/>
                    </a:lnTo>
                    <a:lnTo>
                      <a:pt x="341595" y="549376"/>
                    </a:lnTo>
                    <a:lnTo>
                      <a:pt x="270982" y="553184"/>
                    </a:lnTo>
                    <a:lnTo>
                      <a:pt x="209634" y="555687"/>
                    </a:lnTo>
                    <a:lnTo>
                      <a:pt x="157547" y="556886"/>
                    </a:lnTo>
                    <a:close/>
                  </a:path>
                </a:pathLst>
              </a:custGeom>
              <a:solidFill>
                <a:srgbClr val="181C4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1907258" y="6041487"/>
                <a:ext cx="269240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306704">
                    <a:moveTo>
                      <a:pt x="93933" y="306173"/>
                    </a:moveTo>
                    <a:lnTo>
                      <a:pt x="91123" y="305500"/>
                    </a:lnTo>
                    <a:lnTo>
                      <a:pt x="89103" y="303978"/>
                    </a:lnTo>
                    <a:lnTo>
                      <a:pt x="83571" y="299089"/>
                    </a:lnTo>
                    <a:lnTo>
                      <a:pt x="80145" y="296279"/>
                    </a:lnTo>
                    <a:lnTo>
                      <a:pt x="78828" y="295576"/>
                    </a:lnTo>
                    <a:lnTo>
                      <a:pt x="96539" y="266390"/>
                    </a:lnTo>
                    <a:lnTo>
                      <a:pt x="97036" y="265102"/>
                    </a:lnTo>
                    <a:lnTo>
                      <a:pt x="96832" y="263902"/>
                    </a:lnTo>
                    <a:lnTo>
                      <a:pt x="95953" y="262848"/>
                    </a:lnTo>
                    <a:lnTo>
                      <a:pt x="94138" y="261385"/>
                    </a:lnTo>
                    <a:lnTo>
                      <a:pt x="92470" y="261472"/>
                    </a:lnTo>
                    <a:lnTo>
                      <a:pt x="90948" y="263141"/>
                    </a:lnTo>
                    <a:lnTo>
                      <a:pt x="74144" y="290717"/>
                    </a:lnTo>
                    <a:lnTo>
                      <a:pt x="37845" y="253627"/>
                    </a:lnTo>
                    <a:lnTo>
                      <a:pt x="32488" y="247304"/>
                    </a:lnTo>
                    <a:lnTo>
                      <a:pt x="15851" y="183299"/>
                    </a:lnTo>
                    <a:lnTo>
                      <a:pt x="5022" y="134040"/>
                    </a:lnTo>
                    <a:lnTo>
                      <a:pt x="0" y="99530"/>
                    </a:lnTo>
                    <a:lnTo>
                      <a:pt x="784" y="79770"/>
                    </a:lnTo>
                    <a:lnTo>
                      <a:pt x="2834" y="76550"/>
                    </a:lnTo>
                    <a:lnTo>
                      <a:pt x="3770" y="74677"/>
                    </a:lnTo>
                    <a:lnTo>
                      <a:pt x="3565" y="74150"/>
                    </a:lnTo>
                    <a:lnTo>
                      <a:pt x="34713" y="105853"/>
                    </a:lnTo>
                    <a:lnTo>
                      <a:pt x="34274" y="107288"/>
                    </a:lnTo>
                    <a:lnTo>
                      <a:pt x="34274" y="108693"/>
                    </a:lnTo>
                    <a:lnTo>
                      <a:pt x="34654" y="110127"/>
                    </a:lnTo>
                    <a:lnTo>
                      <a:pt x="38787" y="119666"/>
                    </a:lnTo>
                    <a:lnTo>
                      <a:pt x="45079" y="138750"/>
                    </a:lnTo>
                    <a:lnTo>
                      <a:pt x="53529" y="167373"/>
                    </a:lnTo>
                    <a:lnTo>
                      <a:pt x="64133" y="205530"/>
                    </a:lnTo>
                    <a:lnTo>
                      <a:pt x="89035" y="164826"/>
                    </a:lnTo>
                    <a:lnTo>
                      <a:pt x="115922" y="120435"/>
                    </a:lnTo>
                    <a:lnTo>
                      <a:pt x="144790" y="72362"/>
                    </a:lnTo>
                    <a:lnTo>
                      <a:pt x="175636" y="20608"/>
                    </a:lnTo>
                    <a:lnTo>
                      <a:pt x="181987" y="12711"/>
                    </a:lnTo>
                    <a:lnTo>
                      <a:pt x="203388" y="0"/>
                    </a:lnTo>
                    <a:lnTo>
                      <a:pt x="207691" y="1346"/>
                    </a:lnTo>
                    <a:lnTo>
                      <a:pt x="212346" y="4127"/>
                    </a:lnTo>
                    <a:lnTo>
                      <a:pt x="227791" y="14589"/>
                    </a:lnTo>
                    <a:lnTo>
                      <a:pt x="239614" y="22306"/>
                    </a:lnTo>
                    <a:lnTo>
                      <a:pt x="247814" y="27279"/>
                    </a:lnTo>
                    <a:lnTo>
                      <a:pt x="252392" y="29507"/>
                    </a:lnTo>
                    <a:lnTo>
                      <a:pt x="258774" y="32083"/>
                    </a:lnTo>
                    <a:lnTo>
                      <a:pt x="263077" y="32845"/>
                    </a:lnTo>
                    <a:lnTo>
                      <a:pt x="265360" y="31791"/>
                    </a:lnTo>
                    <a:lnTo>
                      <a:pt x="235243" y="69092"/>
                    </a:lnTo>
                    <a:lnTo>
                      <a:pt x="209089" y="102044"/>
                    </a:lnTo>
                    <a:lnTo>
                      <a:pt x="168669" y="154887"/>
                    </a:lnTo>
                    <a:lnTo>
                      <a:pt x="141247" y="193005"/>
                    </a:lnTo>
                    <a:lnTo>
                      <a:pt x="104384" y="245987"/>
                    </a:lnTo>
                    <a:lnTo>
                      <a:pt x="103565" y="246806"/>
                    </a:lnTo>
                    <a:lnTo>
                      <a:pt x="103623" y="248124"/>
                    </a:lnTo>
                    <a:lnTo>
                      <a:pt x="104589" y="249938"/>
                    </a:lnTo>
                    <a:lnTo>
                      <a:pt x="106668" y="251490"/>
                    </a:lnTo>
                    <a:lnTo>
                      <a:pt x="108336" y="251461"/>
                    </a:lnTo>
                    <a:lnTo>
                      <a:pt x="109624" y="249880"/>
                    </a:lnTo>
                    <a:lnTo>
                      <a:pt x="136751" y="210389"/>
                    </a:lnTo>
                    <a:lnTo>
                      <a:pt x="166246" y="169409"/>
                    </a:lnTo>
                    <a:lnTo>
                      <a:pt x="198112" y="126944"/>
                    </a:lnTo>
                    <a:lnTo>
                      <a:pt x="232350" y="82993"/>
                    </a:lnTo>
                    <a:lnTo>
                      <a:pt x="268961" y="37558"/>
                    </a:lnTo>
                    <a:lnTo>
                      <a:pt x="268653" y="49326"/>
                    </a:lnTo>
                    <a:lnTo>
                      <a:pt x="257983" y="93441"/>
                    </a:lnTo>
                    <a:lnTo>
                      <a:pt x="233553" y="119563"/>
                    </a:lnTo>
                    <a:lnTo>
                      <a:pt x="214845" y="140188"/>
                    </a:lnTo>
                    <a:lnTo>
                      <a:pt x="181696" y="182345"/>
                    </a:lnTo>
                    <a:lnTo>
                      <a:pt x="148148" y="231968"/>
                    </a:lnTo>
                    <a:lnTo>
                      <a:pt x="107751" y="297157"/>
                    </a:lnTo>
                    <a:lnTo>
                      <a:pt x="104208" y="302280"/>
                    </a:lnTo>
                    <a:lnTo>
                      <a:pt x="100813" y="305207"/>
                    </a:lnTo>
                    <a:lnTo>
                      <a:pt x="97563" y="305968"/>
                    </a:lnTo>
                    <a:lnTo>
                      <a:pt x="93933" y="306173"/>
                    </a:lnTo>
                    <a:close/>
                  </a:path>
                </a:pathLst>
              </a:custGeom>
              <a:solidFill>
                <a:srgbClr val="AF25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8" name="object 18"/>
            <p:cNvGrpSpPr/>
            <p:nvPr/>
          </p:nvGrpSpPr>
          <p:grpSpPr>
            <a:xfrm>
              <a:off x="1706933" y="6723358"/>
              <a:ext cx="612775" cy="556895"/>
              <a:chOff x="1706933" y="6723358"/>
              <a:chExt cx="612775" cy="556895"/>
            </a:xfrm>
          </p:grpSpPr>
          <p:sp>
            <p:nvSpPr>
              <p:cNvPr id="19" name="object 19"/>
              <p:cNvSpPr/>
              <p:nvPr/>
            </p:nvSpPr>
            <p:spPr>
              <a:xfrm>
                <a:off x="1706933" y="6723358"/>
                <a:ext cx="612775" cy="556895"/>
              </a:xfrm>
              <a:custGeom>
                <a:avLst/>
                <a:gdLst/>
                <a:ahLst/>
                <a:cxnLst/>
                <a:rect l="l" t="t" r="r" b="b"/>
                <a:pathLst>
                  <a:path w="612775" h="556895">
                    <a:moveTo>
                      <a:pt x="157547" y="556886"/>
                    </a:moveTo>
                    <a:lnTo>
                      <a:pt x="114719" y="556782"/>
                    </a:lnTo>
                    <a:lnTo>
                      <a:pt x="72837" y="553687"/>
                    </a:lnTo>
                    <a:lnTo>
                      <a:pt x="35141" y="531920"/>
                    </a:lnTo>
                    <a:lnTo>
                      <a:pt x="14893" y="492408"/>
                    </a:lnTo>
                    <a:lnTo>
                      <a:pt x="5464" y="439432"/>
                    </a:lnTo>
                    <a:lnTo>
                      <a:pt x="2424" y="349439"/>
                    </a:lnTo>
                    <a:lnTo>
                      <a:pt x="1138" y="293856"/>
                    </a:lnTo>
                    <a:lnTo>
                      <a:pt x="328" y="241562"/>
                    </a:lnTo>
                    <a:lnTo>
                      <a:pt x="0" y="192558"/>
                    </a:lnTo>
                    <a:lnTo>
                      <a:pt x="186" y="175383"/>
                    </a:lnTo>
                    <a:lnTo>
                      <a:pt x="4039" y="123765"/>
                    </a:lnTo>
                    <a:lnTo>
                      <a:pt x="21432" y="62686"/>
                    </a:lnTo>
                    <a:lnTo>
                      <a:pt x="48945" y="31289"/>
                    </a:lnTo>
                    <a:lnTo>
                      <a:pt x="93026" y="12933"/>
                    </a:lnTo>
                    <a:lnTo>
                      <a:pt x="148117" y="3999"/>
                    </a:lnTo>
                    <a:lnTo>
                      <a:pt x="186824" y="1460"/>
                    </a:lnTo>
                    <a:lnTo>
                      <a:pt x="259979" y="129"/>
                    </a:lnTo>
                    <a:lnTo>
                      <a:pt x="304702" y="0"/>
                    </a:lnTo>
                    <a:lnTo>
                      <a:pt x="354856" y="224"/>
                    </a:lnTo>
                    <a:lnTo>
                      <a:pt x="410439" y="799"/>
                    </a:lnTo>
                    <a:lnTo>
                      <a:pt x="471453" y="1723"/>
                    </a:lnTo>
                    <a:lnTo>
                      <a:pt x="513494" y="4431"/>
                    </a:lnTo>
                    <a:lnTo>
                      <a:pt x="563905" y="15642"/>
                    </a:lnTo>
                    <a:lnTo>
                      <a:pt x="596920" y="40481"/>
                    </a:lnTo>
                    <a:lnTo>
                      <a:pt x="610386" y="84011"/>
                    </a:lnTo>
                    <a:lnTo>
                      <a:pt x="611910" y="123117"/>
                    </a:lnTo>
                    <a:lnTo>
                      <a:pt x="612522" y="164672"/>
                    </a:lnTo>
                    <a:lnTo>
                      <a:pt x="612220" y="208677"/>
                    </a:lnTo>
                    <a:lnTo>
                      <a:pt x="611006" y="255132"/>
                    </a:lnTo>
                    <a:lnTo>
                      <a:pt x="608879" y="304036"/>
                    </a:lnTo>
                    <a:lnTo>
                      <a:pt x="605839" y="355390"/>
                    </a:lnTo>
                    <a:lnTo>
                      <a:pt x="601886" y="409192"/>
                    </a:lnTo>
                    <a:lnTo>
                      <a:pt x="597020" y="465443"/>
                    </a:lnTo>
                    <a:lnTo>
                      <a:pt x="591241" y="524142"/>
                    </a:lnTo>
                    <a:lnTo>
                      <a:pt x="585793" y="479364"/>
                    </a:lnTo>
                    <a:lnTo>
                      <a:pt x="580626" y="432083"/>
                    </a:lnTo>
                    <a:lnTo>
                      <a:pt x="575738" y="382300"/>
                    </a:lnTo>
                    <a:lnTo>
                      <a:pt x="571130" y="330013"/>
                    </a:lnTo>
                    <a:lnTo>
                      <a:pt x="566802" y="275224"/>
                    </a:lnTo>
                    <a:lnTo>
                      <a:pt x="562754" y="217931"/>
                    </a:lnTo>
                    <a:lnTo>
                      <a:pt x="558986" y="158136"/>
                    </a:lnTo>
                    <a:lnTo>
                      <a:pt x="555498" y="95838"/>
                    </a:lnTo>
                    <a:lnTo>
                      <a:pt x="551780" y="72243"/>
                    </a:lnTo>
                    <a:lnTo>
                      <a:pt x="551517" y="70224"/>
                    </a:lnTo>
                    <a:lnTo>
                      <a:pt x="550024" y="69404"/>
                    </a:lnTo>
                    <a:lnTo>
                      <a:pt x="547272" y="69755"/>
                    </a:lnTo>
                    <a:lnTo>
                      <a:pt x="287614" y="76430"/>
                    </a:lnTo>
                    <a:lnTo>
                      <a:pt x="225749" y="77401"/>
                    </a:lnTo>
                    <a:lnTo>
                      <a:pt x="174343" y="77985"/>
                    </a:lnTo>
                    <a:lnTo>
                      <a:pt x="133393" y="78179"/>
                    </a:lnTo>
                    <a:lnTo>
                      <a:pt x="102897" y="77981"/>
                    </a:lnTo>
                    <a:lnTo>
                      <a:pt x="92006" y="78502"/>
                    </a:lnTo>
                    <a:lnTo>
                      <a:pt x="83265" y="79975"/>
                    </a:lnTo>
                    <a:lnTo>
                      <a:pt x="76670" y="82398"/>
                    </a:lnTo>
                    <a:lnTo>
                      <a:pt x="72218" y="85768"/>
                    </a:lnTo>
                    <a:lnTo>
                      <a:pt x="69817" y="85651"/>
                    </a:lnTo>
                    <a:lnTo>
                      <a:pt x="68500" y="92296"/>
                    </a:lnTo>
                    <a:lnTo>
                      <a:pt x="68266" y="105645"/>
                    </a:lnTo>
                    <a:lnTo>
                      <a:pt x="72481" y="140911"/>
                    </a:lnTo>
                    <a:lnTo>
                      <a:pt x="75464" y="188486"/>
                    </a:lnTo>
                    <a:lnTo>
                      <a:pt x="77211" y="248372"/>
                    </a:lnTo>
                    <a:lnTo>
                      <a:pt x="77721" y="320572"/>
                    </a:lnTo>
                    <a:lnTo>
                      <a:pt x="77134" y="359505"/>
                    </a:lnTo>
                    <a:lnTo>
                      <a:pt x="75636" y="398404"/>
                    </a:lnTo>
                    <a:lnTo>
                      <a:pt x="73226" y="437270"/>
                    </a:lnTo>
                    <a:lnTo>
                      <a:pt x="69905" y="476104"/>
                    </a:lnTo>
                    <a:lnTo>
                      <a:pt x="72523" y="485627"/>
                    </a:lnTo>
                    <a:lnTo>
                      <a:pt x="79544" y="492464"/>
                    </a:lnTo>
                    <a:lnTo>
                      <a:pt x="90966" y="496617"/>
                    </a:lnTo>
                    <a:lnTo>
                      <a:pt x="106790" y="498088"/>
                    </a:lnTo>
                    <a:lnTo>
                      <a:pt x="184209" y="499714"/>
                    </a:lnTo>
                    <a:lnTo>
                      <a:pt x="254973" y="501584"/>
                    </a:lnTo>
                    <a:lnTo>
                      <a:pt x="319082" y="503699"/>
                    </a:lnTo>
                    <a:lnTo>
                      <a:pt x="376535" y="506059"/>
                    </a:lnTo>
                    <a:lnTo>
                      <a:pt x="427332" y="508665"/>
                    </a:lnTo>
                    <a:lnTo>
                      <a:pt x="471473" y="511515"/>
                    </a:lnTo>
                    <a:lnTo>
                      <a:pt x="539786" y="517951"/>
                    </a:lnTo>
                    <a:lnTo>
                      <a:pt x="570632" y="523059"/>
                    </a:lnTo>
                    <a:lnTo>
                      <a:pt x="536642" y="529314"/>
                    </a:lnTo>
                    <a:lnTo>
                      <a:pt x="496743" y="535079"/>
                    </a:lnTo>
                    <a:lnTo>
                      <a:pt x="450935" y="540348"/>
                    </a:lnTo>
                    <a:lnTo>
                      <a:pt x="399219" y="545116"/>
                    </a:lnTo>
                    <a:lnTo>
                      <a:pt x="341595" y="549376"/>
                    </a:lnTo>
                    <a:lnTo>
                      <a:pt x="270982" y="553184"/>
                    </a:lnTo>
                    <a:lnTo>
                      <a:pt x="209634" y="555687"/>
                    </a:lnTo>
                    <a:lnTo>
                      <a:pt x="157547" y="556886"/>
                    </a:lnTo>
                    <a:close/>
                  </a:path>
                </a:pathLst>
              </a:custGeom>
              <a:solidFill>
                <a:srgbClr val="181C4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1907258" y="6856550"/>
                <a:ext cx="269240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306704">
                    <a:moveTo>
                      <a:pt x="93933" y="306173"/>
                    </a:moveTo>
                    <a:lnTo>
                      <a:pt x="91123" y="305500"/>
                    </a:lnTo>
                    <a:lnTo>
                      <a:pt x="89103" y="303978"/>
                    </a:lnTo>
                    <a:lnTo>
                      <a:pt x="83571" y="299089"/>
                    </a:lnTo>
                    <a:lnTo>
                      <a:pt x="80145" y="296279"/>
                    </a:lnTo>
                    <a:lnTo>
                      <a:pt x="78828" y="295576"/>
                    </a:lnTo>
                    <a:lnTo>
                      <a:pt x="96539" y="266390"/>
                    </a:lnTo>
                    <a:lnTo>
                      <a:pt x="97036" y="265102"/>
                    </a:lnTo>
                    <a:lnTo>
                      <a:pt x="96832" y="263902"/>
                    </a:lnTo>
                    <a:lnTo>
                      <a:pt x="95953" y="262848"/>
                    </a:lnTo>
                    <a:lnTo>
                      <a:pt x="94138" y="261385"/>
                    </a:lnTo>
                    <a:lnTo>
                      <a:pt x="92470" y="261472"/>
                    </a:lnTo>
                    <a:lnTo>
                      <a:pt x="90948" y="263141"/>
                    </a:lnTo>
                    <a:lnTo>
                      <a:pt x="74144" y="290717"/>
                    </a:lnTo>
                    <a:lnTo>
                      <a:pt x="37845" y="253627"/>
                    </a:lnTo>
                    <a:lnTo>
                      <a:pt x="32488" y="247304"/>
                    </a:lnTo>
                    <a:lnTo>
                      <a:pt x="15851" y="183299"/>
                    </a:lnTo>
                    <a:lnTo>
                      <a:pt x="5022" y="134040"/>
                    </a:lnTo>
                    <a:lnTo>
                      <a:pt x="0" y="99530"/>
                    </a:lnTo>
                    <a:lnTo>
                      <a:pt x="784" y="79770"/>
                    </a:lnTo>
                    <a:lnTo>
                      <a:pt x="2834" y="76550"/>
                    </a:lnTo>
                    <a:lnTo>
                      <a:pt x="3770" y="74677"/>
                    </a:lnTo>
                    <a:lnTo>
                      <a:pt x="3565" y="74150"/>
                    </a:lnTo>
                    <a:lnTo>
                      <a:pt x="34713" y="105853"/>
                    </a:lnTo>
                    <a:lnTo>
                      <a:pt x="34274" y="107288"/>
                    </a:lnTo>
                    <a:lnTo>
                      <a:pt x="34274" y="108693"/>
                    </a:lnTo>
                    <a:lnTo>
                      <a:pt x="34654" y="110127"/>
                    </a:lnTo>
                    <a:lnTo>
                      <a:pt x="38787" y="119666"/>
                    </a:lnTo>
                    <a:lnTo>
                      <a:pt x="45079" y="138750"/>
                    </a:lnTo>
                    <a:lnTo>
                      <a:pt x="53529" y="167373"/>
                    </a:lnTo>
                    <a:lnTo>
                      <a:pt x="64133" y="205530"/>
                    </a:lnTo>
                    <a:lnTo>
                      <a:pt x="89035" y="164826"/>
                    </a:lnTo>
                    <a:lnTo>
                      <a:pt x="115922" y="120435"/>
                    </a:lnTo>
                    <a:lnTo>
                      <a:pt x="144790" y="72362"/>
                    </a:lnTo>
                    <a:lnTo>
                      <a:pt x="175636" y="20608"/>
                    </a:lnTo>
                    <a:lnTo>
                      <a:pt x="181987" y="12711"/>
                    </a:lnTo>
                    <a:lnTo>
                      <a:pt x="203388" y="0"/>
                    </a:lnTo>
                    <a:lnTo>
                      <a:pt x="207691" y="1346"/>
                    </a:lnTo>
                    <a:lnTo>
                      <a:pt x="212346" y="4127"/>
                    </a:lnTo>
                    <a:lnTo>
                      <a:pt x="227791" y="14589"/>
                    </a:lnTo>
                    <a:lnTo>
                      <a:pt x="239614" y="22306"/>
                    </a:lnTo>
                    <a:lnTo>
                      <a:pt x="247814" y="27279"/>
                    </a:lnTo>
                    <a:lnTo>
                      <a:pt x="252392" y="29507"/>
                    </a:lnTo>
                    <a:lnTo>
                      <a:pt x="258774" y="32083"/>
                    </a:lnTo>
                    <a:lnTo>
                      <a:pt x="263077" y="32845"/>
                    </a:lnTo>
                    <a:lnTo>
                      <a:pt x="265360" y="31791"/>
                    </a:lnTo>
                    <a:lnTo>
                      <a:pt x="235243" y="69092"/>
                    </a:lnTo>
                    <a:lnTo>
                      <a:pt x="209089" y="102044"/>
                    </a:lnTo>
                    <a:lnTo>
                      <a:pt x="168669" y="154887"/>
                    </a:lnTo>
                    <a:lnTo>
                      <a:pt x="141247" y="193005"/>
                    </a:lnTo>
                    <a:lnTo>
                      <a:pt x="104384" y="245987"/>
                    </a:lnTo>
                    <a:lnTo>
                      <a:pt x="103565" y="246806"/>
                    </a:lnTo>
                    <a:lnTo>
                      <a:pt x="103623" y="248124"/>
                    </a:lnTo>
                    <a:lnTo>
                      <a:pt x="104589" y="249938"/>
                    </a:lnTo>
                    <a:lnTo>
                      <a:pt x="106668" y="251490"/>
                    </a:lnTo>
                    <a:lnTo>
                      <a:pt x="108336" y="251461"/>
                    </a:lnTo>
                    <a:lnTo>
                      <a:pt x="109624" y="249880"/>
                    </a:lnTo>
                    <a:lnTo>
                      <a:pt x="136751" y="210389"/>
                    </a:lnTo>
                    <a:lnTo>
                      <a:pt x="166246" y="169409"/>
                    </a:lnTo>
                    <a:lnTo>
                      <a:pt x="198112" y="126944"/>
                    </a:lnTo>
                    <a:lnTo>
                      <a:pt x="232350" y="82993"/>
                    </a:lnTo>
                    <a:lnTo>
                      <a:pt x="268961" y="37558"/>
                    </a:lnTo>
                    <a:lnTo>
                      <a:pt x="268653" y="49326"/>
                    </a:lnTo>
                    <a:lnTo>
                      <a:pt x="257983" y="93441"/>
                    </a:lnTo>
                    <a:lnTo>
                      <a:pt x="233553" y="119563"/>
                    </a:lnTo>
                    <a:lnTo>
                      <a:pt x="214845" y="140188"/>
                    </a:lnTo>
                    <a:lnTo>
                      <a:pt x="181696" y="182345"/>
                    </a:lnTo>
                    <a:lnTo>
                      <a:pt x="148148" y="231968"/>
                    </a:lnTo>
                    <a:lnTo>
                      <a:pt x="107751" y="297157"/>
                    </a:lnTo>
                    <a:lnTo>
                      <a:pt x="104208" y="302280"/>
                    </a:lnTo>
                    <a:lnTo>
                      <a:pt x="100813" y="305207"/>
                    </a:lnTo>
                    <a:lnTo>
                      <a:pt x="97563" y="305968"/>
                    </a:lnTo>
                    <a:lnTo>
                      <a:pt x="93933" y="306173"/>
                    </a:lnTo>
                    <a:close/>
                  </a:path>
                </a:pathLst>
              </a:custGeom>
              <a:solidFill>
                <a:srgbClr val="AF25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1" name="object 21"/>
            <p:cNvGrpSpPr/>
            <p:nvPr/>
          </p:nvGrpSpPr>
          <p:grpSpPr>
            <a:xfrm>
              <a:off x="1706933" y="7456013"/>
              <a:ext cx="612775" cy="556895"/>
              <a:chOff x="1706933" y="7456013"/>
              <a:chExt cx="612775" cy="556895"/>
            </a:xfrm>
          </p:grpSpPr>
          <p:sp>
            <p:nvSpPr>
              <p:cNvPr id="22" name="object 22"/>
              <p:cNvSpPr/>
              <p:nvPr/>
            </p:nvSpPr>
            <p:spPr>
              <a:xfrm>
                <a:off x="1706933" y="7456013"/>
                <a:ext cx="612775" cy="556895"/>
              </a:xfrm>
              <a:custGeom>
                <a:avLst/>
                <a:gdLst/>
                <a:ahLst/>
                <a:cxnLst/>
                <a:rect l="l" t="t" r="r" b="b"/>
                <a:pathLst>
                  <a:path w="612775" h="556895">
                    <a:moveTo>
                      <a:pt x="157547" y="556886"/>
                    </a:moveTo>
                    <a:lnTo>
                      <a:pt x="114719" y="556782"/>
                    </a:lnTo>
                    <a:lnTo>
                      <a:pt x="72837" y="553687"/>
                    </a:lnTo>
                    <a:lnTo>
                      <a:pt x="35141" y="531920"/>
                    </a:lnTo>
                    <a:lnTo>
                      <a:pt x="14893" y="492408"/>
                    </a:lnTo>
                    <a:lnTo>
                      <a:pt x="5464" y="439432"/>
                    </a:lnTo>
                    <a:lnTo>
                      <a:pt x="2424" y="349439"/>
                    </a:lnTo>
                    <a:lnTo>
                      <a:pt x="1138" y="293856"/>
                    </a:lnTo>
                    <a:lnTo>
                      <a:pt x="328" y="241562"/>
                    </a:lnTo>
                    <a:lnTo>
                      <a:pt x="0" y="192558"/>
                    </a:lnTo>
                    <a:lnTo>
                      <a:pt x="186" y="175383"/>
                    </a:lnTo>
                    <a:lnTo>
                      <a:pt x="4039" y="123765"/>
                    </a:lnTo>
                    <a:lnTo>
                      <a:pt x="21432" y="62686"/>
                    </a:lnTo>
                    <a:lnTo>
                      <a:pt x="48945" y="31289"/>
                    </a:lnTo>
                    <a:lnTo>
                      <a:pt x="93026" y="12933"/>
                    </a:lnTo>
                    <a:lnTo>
                      <a:pt x="148117" y="3999"/>
                    </a:lnTo>
                    <a:lnTo>
                      <a:pt x="186824" y="1460"/>
                    </a:lnTo>
                    <a:lnTo>
                      <a:pt x="259979" y="129"/>
                    </a:lnTo>
                    <a:lnTo>
                      <a:pt x="304702" y="0"/>
                    </a:lnTo>
                    <a:lnTo>
                      <a:pt x="354856" y="224"/>
                    </a:lnTo>
                    <a:lnTo>
                      <a:pt x="410439" y="799"/>
                    </a:lnTo>
                    <a:lnTo>
                      <a:pt x="471453" y="1723"/>
                    </a:lnTo>
                    <a:lnTo>
                      <a:pt x="513494" y="4431"/>
                    </a:lnTo>
                    <a:lnTo>
                      <a:pt x="563905" y="15642"/>
                    </a:lnTo>
                    <a:lnTo>
                      <a:pt x="596920" y="40481"/>
                    </a:lnTo>
                    <a:lnTo>
                      <a:pt x="610386" y="84011"/>
                    </a:lnTo>
                    <a:lnTo>
                      <a:pt x="611910" y="123117"/>
                    </a:lnTo>
                    <a:lnTo>
                      <a:pt x="612522" y="164672"/>
                    </a:lnTo>
                    <a:lnTo>
                      <a:pt x="612220" y="208677"/>
                    </a:lnTo>
                    <a:lnTo>
                      <a:pt x="611006" y="255132"/>
                    </a:lnTo>
                    <a:lnTo>
                      <a:pt x="608879" y="304036"/>
                    </a:lnTo>
                    <a:lnTo>
                      <a:pt x="605839" y="355390"/>
                    </a:lnTo>
                    <a:lnTo>
                      <a:pt x="601886" y="409192"/>
                    </a:lnTo>
                    <a:lnTo>
                      <a:pt x="597020" y="465443"/>
                    </a:lnTo>
                    <a:lnTo>
                      <a:pt x="591241" y="524142"/>
                    </a:lnTo>
                    <a:lnTo>
                      <a:pt x="585793" y="479364"/>
                    </a:lnTo>
                    <a:lnTo>
                      <a:pt x="580626" y="432083"/>
                    </a:lnTo>
                    <a:lnTo>
                      <a:pt x="575738" y="382300"/>
                    </a:lnTo>
                    <a:lnTo>
                      <a:pt x="571130" y="330013"/>
                    </a:lnTo>
                    <a:lnTo>
                      <a:pt x="566802" y="275224"/>
                    </a:lnTo>
                    <a:lnTo>
                      <a:pt x="562754" y="217931"/>
                    </a:lnTo>
                    <a:lnTo>
                      <a:pt x="558986" y="158136"/>
                    </a:lnTo>
                    <a:lnTo>
                      <a:pt x="555498" y="95838"/>
                    </a:lnTo>
                    <a:lnTo>
                      <a:pt x="551780" y="72243"/>
                    </a:lnTo>
                    <a:lnTo>
                      <a:pt x="551517" y="70224"/>
                    </a:lnTo>
                    <a:lnTo>
                      <a:pt x="550024" y="69404"/>
                    </a:lnTo>
                    <a:lnTo>
                      <a:pt x="547272" y="69755"/>
                    </a:lnTo>
                    <a:lnTo>
                      <a:pt x="287614" y="76430"/>
                    </a:lnTo>
                    <a:lnTo>
                      <a:pt x="225749" y="77401"/>
                    </a:lnTo>
                    <a:lnTo>
                      <a:pt x="174343" y="77985"/>
                    </a:lnTo>
                    <a:lnTo>
                      <a:pt x="133393" y="78179"/>
                    </a:lnTo>
                    <a:lnTo>
                      <a:pt x="102897" y="77981"/>
                    </a:lnTo>
                    <a:lnTo>
                      <a:pt x="92006" y="78502"/>
                    </a:lnTo>
                    <a:lnTo>
                      <a:pt x="83265" y="79975"/>
                    </a:lnTo>
                    <a:lnTo>
                      <a:pt x="76670" y="82398"/>
                    </a:lnTo>
                    <a:lnTo>
                      <a:pt x="72218" y="85768"/>
                    </a:lnTo>
                    <a:lnTo>
                      <a:pt x="69817" y="85651"/>
                    </a:lnTo>
                    <a:lnTo>
                      <a:pt x="68500" y="92296"/>
                    </a:lnTo>
                    <a:lnTo>
                      <a:pt x="68266" y="105645"/>
                    </a:lnTo>
                    <a:lnTo>
                      <a:pt x="72481" y="140911"/>
                    </a:lnTo>
                    <a:lnTo>
                      <a:pt x="75464" y="188486"/>
                    </a:lnTo>
                    <a:lnTo>
                      <a:pt x="77211" y="248372"/>
                    </a:lnTo>
                    <a:lnTo>
                      <a:pt x="77721" y="320572"/>
                    </a:lnTo>
                    <a:lnTo>
                      <a:pt x="77134" y="359505"/>
                    </a:lnTo>
                    <a:lnTo>
                      <a:pt x="75636" y="398404"/>
                    </a:lnTo>
                    <a:lnTo>
                      <a:pt x="73226" y="437270"/>
                    </a:lnTo>
                    <a:lnTo>
                      <a:pt x="69905" y="476104"/>
                    </a:lnTo>
                    <a:lnTo>
                      <a:pt x="72523" y="485627"/>
                    </a:lnTo>
                    <a:lnTo>
                      <a:pt x="79544" y="492464"/>
                    </a:lnTo>
                    <a:lnTo>
                      <a:pt x="90966" y="496617"/>
                    </a:lnTo>
                    <a:lnTo>
                      <a:pt x="106790" y="498088"/>
                    </a:lnTo>
                    <a:lnTo>
                      <a:pt x="184209" y="499714"/>
                    </a:lnTo>
                    <a:lnTo>
                      <a:pt x="254973" y="501584"/>
                    </a:lnTo>
                    <a:lnTo>
                      <a:pt x="319082" y="503699"/>
                    </a:lnTo>
                    <a:lnTo>
                      <a:pt x="376535" y="506059"/>
                    </a:lnTo>
                    <a:lnTo>
                      <a:pt x="427332" y="508665"/>
                    </a:lnTo>
                    <a:lnTo>
                      <a:pt x="471473" y="511515"/>
                    </a:lnTo>
                    <a:lnTo>
                      <a:pt x="539786" y="517951"/>
                    </a:lnTo>
                    <a:lnTo>
                      <a:pt x="570632" y="523059"/>
                    </a:lnTo>
                    <a:lnTo>
                      <a:pt x="536642" y="529314"/>
                    </a:lnTo>
                    <a:lnTo>
                      <a:pt x="496743" y="535079"/>
                    </a:lnTo>
                    <a:lnTo>
                      <a:pt x="450935" y="540348"/>
                    </a:lnTo>
                    <a:lnTo>
                      <a:pt x="399219" y="545116"/>
                    </a:lnTo>
                    <a:lnTo>
                      <a:pt x="341595" y="549376"/>
                    </a:lnTo>
                    <a:lnTo>
                      <a:pt x="270982" y="553184"/>
                    </a:lnTo>
                    <a:lnTo>
                      <a:pt x="209634" y="555687"/>
                    </a:lnTo>
                    <a:lnTo>
                      <a:pt x="157547" y="556886"/>
                    </a:lnTo>
                    <a:close/>
                  </a:path>
                </a:pathLst>
              </a:custGeom>
              <a:solidFill>
                <a:srgbClr val="181C4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1907258" y="7589204"/>
                <a:ext cx="269240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269239" h="306704">
                    <a:moveTo>
                      <a:pt x="93933" y="306173"/>
                    </a:moveTo>
                    <a:lnTo>
                      <a:pt x="91123" y="305500"/>
                    </a:lnTo>
                    <a:lnTo>
                      <a:pt x="89103" y="303978"/>
                    </a:lnTo>
                    <a:lnTo>
                      <a:pt x="83571" y="299089"/>
                    </a:lnTo>
                    <a:lnTo>
                      <a:pt x="80145" y="296279"/>
                    </a:lnTo>
                    <a:lnTo>
                      <a:pt x="78828" y="295576"/>
                    </a:lnTo>
                    <a:lnTo>
                      <a:pt x="96539" y="266390"/>
                    </a:lnTo>
                    <a:lnTo>
                      <a:pt x="97036" y="265102"/>
                    </a:lnTo>
                    <a:lnTo>
                      <a:pt x="96832" y="263902"/>
                    </a:lnTo>
                    <a:lnTo>
                      <a:pt x="95953" y="262848"/>
                    </a:lnTo>
                    <a:lnTo>
                      <a:pt x="94138" y="261385"/>
                    </a:lnTo>
                    <a:lnTo>
                      <a:pt x="92470" y="261472"/>
                    </a:lnTo>
                    <a:lnTo>
                      <a:pt x="90948" y="263141"/>
                    </a:lnTo>
                    <a:lnTo>
                      <a:pt x="74144" y="290717"/>
                    </a:lnTo>
                    <a:lnTo>
                      <a:pt x="37845" y="253627"/>
                    </a:lnTo>
                    <a:lnTo>
                      <a:pt x="32488" y="247304"/>
                    </a:lnTo>
                    <a:lnTo>
                      <a:pt x="15851" y="183299"/>
                    </a:lnTo>
                    <a:lnTo>
                      <a:pt x="5022" y="134040"/>
                    </a:lnTo>
                    <a:lnTo>
                      <a:pt x="0" y="99530"/>
                    </a:lnTo>
                    <a:lnTo>
                      <a:pt x="784" y="79770"/>
                    </a:lnTo>
                    <a:lnTo>
                      <a:pt x="2834" y="76550"/>
                    </a:lnTo>
                    <a:lnTo>
                      <a:pt x="3770" y="74677"/>
                    </a:lnTo>
                    <a:lnTo>
                      <a:pt x="3565" y="74150"/>
                    </a:lnTo>
                    <a:lnTo>
                      <a:pt x="34713" y="105853"/>
                    </a:lnTo>
                    <a:lnTo>
                      <a:pt x="34274" y="107288"/>
                    </a:lnTo>
                    <a:lnTo>
                      <a:pt x="34274" y="108693"/>
                    </a:lnTo>
                    <a:lnTo>
                      <a:pt x="34654" y="110127"/>
                    </a:lnTo>
                    <a:lnTo>
                      <a:pt x="38787" y="119666"/>
                    </a:lnTo>
                    <a:lnTo>
                      <a:pt x="45079" y="138750"/>
                    </a:lnTo>
                    <a:lnTo>
                      <a:pt x="53529" y="167373"/>
                    </a:lnTo>
                    <a:lnTo>
                      <a:pt x="64133" y="205530"/>
                    </a:lnTo>
                    <a:lnTo>
                      <a:pt x="89035" y="164826"/>
                    </a:lnTo>
                    <a:lnTo>
                      <a:pt x="115922" y="120435"/>
                    </a:lnTo>
                    <a:lnTo>
                      <a:pt x="144790" y="72362"/>
                    </a:lnTo>
                    <a:lnTo>
                      <a:pt x="175636" y="20608"/>
                    </a:lnTo>
                    <a:lnTo>
                      <a:pt x="181987" y="12711"/>
                    </a:lnTo>
                    <a:lnTo>
                      <a:pt x="203388" y="0"/>
                    </a:lnTo>
                    <a:lnTo>
                      <a:pt x="207691" y="1346"/>
                    </a:lnTo>
                    <a:lnTo>
                      <a:pt x="212346" y="4127"/>
                    </a:lnTo>
                    <a:lnTo>
                      <a:pt x="227791" y="14589"/>
                    </a:lnTo>
                    <a:lnTo>
                      <a:pt x="239614" y="22306"/>
                    </a:lnTo>
                    <a:lnTo>
                      <a:pt x="247814" y="27279"/>
                    </a:lnTo>
                    <a:lnTo>
                      <a:pt x="252392" y="29507"/>
                    </a:lnTo>
                    <a:lnTo>
                      <a:pt x="258774" y="32083"/>
                    </a:lnTo>
                    <a:lnTo>
                      <a:pt x="263077" y="32845"/>
                    </a:lnTo>
                    <a:lnTo>
                      <a:pt x="265360" y="31791"/>
                    </a:lnTo>
                    <a:lnTo>
                      <a:pt x="235243" y="69092"/>
                    </a:lnTo>
                    <a:lnTo>
                      <a:pt x="209089" y="102044"/>
                    </a:lnTo>
                    <a:lnTo>
                      <a:pt x="168669" y="154887"/>
                    </a:lnTo>
                    <a:lnTo>
                      <a:pt x="141247" y="193005"/>
                    </a:lnTo>
                    <a:lnTo>
                      <a:pt x="104384" y="245987"/>
                    </a:lnTo>
                    <a:lnTo>
                      <a:pt x="103565" y="246806"/>
                    </a:lnTo>
                    <a:lnTo>
                      <a:pt x="103623" y="248124"/>
                    </a:lnTo>
                    <a:lnTo>
                      <a:pt x="104589" y="249938"/>
                    </a:lnTo>
                    <a:lnTo>
                      <a:pt x="106668" y="251490"/>
                    </a:lnTo>
                    <a:lnTo>
                      <a:pt x="108336" y="251461"/>
                    </a:lnTo>
                    <a:lnTo>
                      <a:pt x="109624" y="249880"/>
                    </a:lnTo>
                    <a:lnTo>
                      <a:pt x="136751" y="210389"/>
                    </a:lnTo>
                    <a:lnTo>
                      <a:pt x="166246" y="169409"/>
                    </a:lnTo>
                    <a:lnTo>
                      <a:pt x="198112" y="126944"/>
                    </a:lnTo>
                    <a:lnTo>
                      <a:pt x="232350" y="82993"/>
                    </a:lnTo>
                    <a:lnTo>
                      <a:pt x="268961" y="37558"/>
                    </a:lnTo>
                    <a:lnTo>
                      <a:pt x="268653" y="49326"/>
                    </a:lnTo>
                    <a:lnTo>
                      <a:pt x="257983" y="93441"/>
                    </a:lnTo>
                    <a:lnTo>
                      <a:pt x="233553" y="119563"/>
                    </a:lnTo>
                    <a:lnTo>
                      <a:pt x="214845" y="140188"/>
                    </a:lnTo>
                    <a:lnTo>
                      <a:pt x="181696" y="182345"/>
                    </a:lnTo>
                    <a:lnTo>
                      <a:pt x="148148" y="231968"/>
                    </a:lnTo>
                    <a:lnTo>
                      <a:pt x="107751" y="297157"/>
                    </a:lnTo>
                    <a:lnTo>
                      <a:pt x="104208" y="302280"/>
                    </a:lnTo>
                    <a:lnTo>
                      <a:pt x="100813" y="305207"/>
                    </a:lnTo>
                    <a:lnTo>
                      <a:pt x="97563" y="305968"/>
                    </a:lnTo>
                    <a:lnTo>
                      <a:pt x="93933" y="306173"/>
                    </a:lnTo>
                    <a:close/>
                  </a:path>
                </a:pathLst>
              </a:custGeom>
              <a:solidFill>
                <a:srgbClr val="AF25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4" name="object 24"/>
            <p:cNvSpPr txBox="1"/>
            <p:nvPr/>
          </p:nvSpPr>
          <p:spPr>
            <a:xfrm>
              <a:off x="1739017" y="2274092"/>
              <a:ext cx="14253844" cy="690625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786130">
                <a:lnSpc>
                  <a:spcPct val="100000"/>
                </a:lnSpc>
                <a:spcBef>
                  <a:spcPts val="130"/>
                </a:spcBef>
              </a:pPr>
              <a:endParaRPr sz="2250" dirty="0">
                <a:latin typeface="Tahoma"/>
                <a:cs typeface="Tahoma"/>
              </a:endParaRPr>
            </a:p>
            <a:p>
              <a:pPr>
                <a:lnSpc>
                  <a:spcPct val="100000"/>
                </a:lnSpc>
                <a:spcBef>
                  <a:spcPts val="415"/>
                </a:spcBef>
              </a:pPr>
              <a:endParaRPr sz="2250" dirty="0">
                <a:latin typeface="Tahoma"/>
                <a:cs typeface="Tahoma"/>
              </a:endParaRPr>
            </a:p>
            <a:p>
              <a:pPr marL="786130">
                <a:lnSpc>
                  <a:spcPct val="100000"/>
                </a:lnSpc>
                <a:spcBef>
                  <a:spcPts val="5"/>
                </a:spcBef>
              </a:pP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Konsultasi/diskusi</a:t>
              </a:r>
              <a:r>
                <a:rPr sz="2250" b="1" spc="-9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mengenai</a:t>
              </a:r>
              <a:r>
                <a:rPr sz="2250" b="1" spc="-8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detail</a:t>
              </a:r>
              <a:r>
                <a:rPr sz="2250" b="1" spc="-8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project</a:t>
              </a:r>
              <a:r>
                <a:rPr sz="2250" b="1" spc="-8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35" dirty="0" err="1">
                  <a:solidFill>
                    <a:srgbClr val="00336A"/>
                  </a:solidFill>
                  <a:latin typeface="Tahoma"/>
                  <a:cs typeface="Tahoma"/>
                </a:rPr>
                <a:t>antara</a:t>
              </a:r>
              <a:r>
                <a:rPr sz="2250" b="1" spc="-8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lang="en-US" sz="2250" b="1" spc="-85" dirty="0">
                  <a:solidFill>
                    <a:srgbClr val="00336A"/>
                  </a:solidFill>
                  <a:latin typeface="Tahoma"/>
                  <a:cs typeface="Tahoma"/>
                </a:rPr>
                <a:t>developer (Eka Surya)</a:t>
              </a:r>
              <a:r>
                <a:rPr sz="2250" b="1" spc="-8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dan</a:t>
              </a:r>
              <a:r>
                <a:rPr sz="2250" b="1" spc="-9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klien.</a:t>
              </a:r>
              <a:endParaRPr sz="2250" dirty="0">
                <a:latin typeface="Tahoma"/>
                <a:cs typeface="Tahoma"/>
              </a:endParaRPr>
            </a:p>
            <a:p>
              <a:pPr marL="786130" marR="5080" algn="just">
                <a:lnSpc>
                  <a:spcPts val="2550"/>
                </a:lnSpc>
                <a:spcBef>
                  <a:spcPts val="1839"/>
                </a:spcBef>
              </a:pP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Pembayaran</a:t>
              </a:r>
              <a:r>
                <a:rPr sz="2250" b="1" spc="9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dilakukan</a:t>
              </a:r>
              <a:r>
                <a:rPr sz="2250" b="1" spc="10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2</a:t>
              </a:r>
              <a:r>
                <a:rPr sz="2250" b="1" spc="10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tahap</a:t>
              </a:r>
              <a:r>
                <a:rPr sz="2250" b="1" spc="10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55" dirty="0" err="1">
                  <a:solidFill>
                    <a:srgbClr val="00336A"/>
                  </a:solidFill>
                  <a:latin typeface="Tahoma"/>
                  <a:cs typeface="Tahoma"/>
                </a:rPr>
                <a:t>ke</a:t>
              </a:r>
              <a:r>
                <a:rPr sz="2250" b="1" spc="10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 err="1">
                  <a:solidFill>
                    <a:srgbClr val="00336A"/>
                  </a:solidFill>
                  <a:latin typeface="Tahoma"/>
                  <a:cs typeface="Tahoma"/>
                </a:rPr>
                <a:t>rekening</a:t>
              </a:r>
              <a:r>
                <a:rPr lang="en-US" sz="2250" b="1" spc="105" dirty="0">
                  <a:solidFill>
                    <a:srgbClr val="00336A"/>
                  </a:solidFill>
                  <a:latin typeface="Tahoma"/>
                  <a:cs typeface="Tahoma"/>
                </a:rPr>
                <a:t> developer 0459892634 (BNI </a:t>
              </a:r>
              <a:r>
                <a:rPr lang="en-US" sz="2250" b="1" spc="105" dirty="0" err="1">
                  <a:solidFill>
                    <a:srgbClr val="00336A"/>
                  </a:solidFill>
                  <a:latin typeface="Tahoma"/>
                  <a:cs typeface="Tahoma"/>
                </a:rPr>
                <a:t>a.n</a:t>
              </a:r>
              <a:r>
                <a:rPr lang="en-US" sz="2250" b="1" spc="105" dirty="0">
                  <a:solidFill>
                    <a:srgbClr val="00336A"/>
                  </a:solidFill>
                  <a:latin typeface="Tahoma"/>
                  <a:cs typeface="Tahoma"/>
                </a:rPr>
                <a:t> Putu Eka Surya Aditya)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.</a:t>
              </a:r>
              <a:r>
                <a:rPr sz="2250" b="1" spc="10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tahap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pertama</a:t>
              </a:r>
              <a:r>
                <a:rPr sz="2250" b="1" spc="48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270" dirty="0">
                  <a:solidFill>
                    <a:srgbClr val="00336A"/>
                  </a:solidFill>
                  <a:latin typeface="Tahoma"/>
                  <a:cs typeface="Tahoma"/>
                </a:rPr>
                <a:t>:</a:t>
              </a:r>
              <a:r>
                <a:rPr sz="2250" b="1" spc="484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Pembayaran</a:t>
              </a:r>
              <a:r>
                <a:rPr sz="2250" b="1" spc="48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DP</a:t>
              </a:r>
              <a:r>
                <a:rPr sz="2250" b="1" spc="48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275" dirty="0">
                  <a:solidFill>
                    <a:srgbClr val="00336A"/>
                  </a:solidFill>
                  <a:latin typeface="Tahoma"/>
                  <a:cs typeface="Tahoma"/>
                </a:rPr>
                <a:t>50%</a:t>
              </a:r>
              <a:r>
                <a:rPr sz="2250" b="1" spc="48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(dilakukan</a:t>
              </a:r>
              <a:r>
                <a:rPr sz="2250" b="1" spc="484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sebagai</a:t>
              </a:r>
              <a:r>
                <a:rPr sz="2250" b="1" spc="48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tanda</a:t>
              </a:r>
              <a:r>
                <a:rPr sz="2250" b="1" spc="48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jadi</a:t>
              </a:r>
              <a:r>
                <a:rPr sz="2250" b="1" spc="484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pembuatan</a:t>
              </a:r>
              <a:r>
                <a:rPr sz="2250" b="1" spc="48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project).</a:t>
              </a:r>
              <a:r>
                <a:rPr sz="2250" b="1" spc="48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tahap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kedua</a:t>
              </a:r>
              <a:r>
                <a:rPr sz="2250" b="1" spc="100" dirty="0">
                  <a:solidFill>
                    <a:srgbClr val="00336A"/>
                  </a:solidFill>
                  <a:latin typeface="Tahoma"/>
                  <a:cs typeface="Tahoma"/>
                </a:rPr>
                <a:t>  </a:t>
              </a:r>
              <a:r>
                <a:rPr sz="2250" b="1" spc="-270" dirty="0">
                  <a:solidFill>
                    <a:srgbClr val="00336A"/>
                  </a:solidFill>
                  <a:latin typeface="Tahoma"/>
                  <a:cs typeface="Tahoma"/>
                </a:rPr>
                <a:t>:</a:t>
              </a:r>
              <a:r>
                <a:rPr sz="2250" b="1" spc="95" dirty="0">
                  <a:solidFill>
                    <a:srgbClr val="00336A"/>
                  </a:solidFill>
                  <a:latin typeface="Tahoma"/>
                  <a:cs typeface="Tahoma"/>
                </a:rPr>
                <a:t> 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Pelunasan</a:t>
              </a:r>
              <a:r>
                <a:rPr sz="2250" b="1" spc="100" dirty="0">
                  <a:solidFill>
                    <a:srgbClr val="00336A"/>
                  </a:solidFill>
                  <a:latin typeface="Tahoma"/>
                  <a:cs typeface="Tahoma"/>
                </a:rPr>
                <a:t> 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Pembayaran</a:t>
              </a:r>
              <a:r>
                <a:rPr sz="2250" b="1" spc="100" dirty="0">
                  <a:solidFill>
                    <a:srgbClr val="00336A"/>
                  </a:solidFill>
                  <a:latin typeface="Tahoma"/>
                  <a:cs typeface="Tahoma"/>
                </a:rPr>
                <a:t> 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(dilakukan</a:t>
              </a:r>
              <a:r>
                <a:rPr sz="2250" b="1" spc="100" dirty="0">
                  <a:solidFill>
                    <a:srgbClr val="00336A"/>
                  </a:solidFill>
                  <a:latin typeface="Tahoma"/>
                  <a:cs typeface="Tahoma"/>
                </a:rPr>
                <a:t> 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setelah</a:t>
              </a:r>
              <a:r>
                <a:rPr sz="2250" b="1" spc="95" dirty="0">
                  <a:solidFill>
                    <a:srgbClr val="00336A"/>
                  </a:solidFill>
                  <a:latin typeface="Tahoma"/>
                  <a:cs typeface="Tahoma"/>
                </a:rPr>
                <a:t> 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project</a:t>
              </a:r>
              <a:r>
                <a:rPr sz="2250" b="1" spc="100" dirty="0">
                  <a:solidFill>
                    <a:srgbClr val="00336A"/>
                  </a:solidFill>
                  <a:latin typeface="Tahoma"/>
                  <a:cs typeface="Tahoma"/>
                </a:rPr>
                <a:t>  </a:t>
              </a:r>
              <a:r>
                <a:rPr sz="2250" b="1" spc="60" dirty="0">
                  <a:solidFill>
                    <a:srgbClr val="00336A"/>
                  </a:solidFill>
                  <a:latin typeface="Tahoma"/>
                  <a:cs typeface="Tahoma"/>
                </a:rPr>
                <a:t>selesai</a:t>
              </a:r>
              <a:r>
                <a:rPr sz="2250" b="1" spc="100" dirty="0">
                  <a:solidFill>
                    <a:srgbClr val="00336A"/>
                  </a:solidFill>
                  <a:latin typeface="Tahoma"/>
                  <a:cs typeface="Tahoma"/>
                </a:rPr>
                <a:t>  </a:t>
              </a:r>
              <a:r>
                <a:rPr sz="2250" b="1" dirty="0" err="1">
                  <a:solidFill>
                    <a:srgbClr val="00336A"/>
                  </a:solidFill>
                  <a:latin typeface="Tahoma"/>
                  <a:cs typeface="Tahoma"/>
                </a:rPr>
                <a:t>dikerjakan</a:t>
              </a:r>
              <a:r>
                <a:rPr sz="2250" b="1" spc="95" dirty="0">
                  <a:solidFill>
                    <a:srgbClr val="00336A"/>
                  </a:solidFill>
                  <a:latin typeface="Tahoma"/>
                  <a:cs typeface="Tahoma"/>
                </a:rPr>
                <a:t>  </a:t>
              </a:r>
              <a:r>
                <a:rPr lang="en-US" sz="2250" b="1" spc="95" dirty="0" err="1">
                  <a:solidFill>
                    <a:srgbClr val="00336A"/>
                  </a:solidFill>
                  <a:latin typeface="Tahoma"/>
                  <a:cs typeface="Tahoma"/>
                </a:rPr>
                <a:t>sesuai</a:t>
              </a:r>
              <a:r>
                <a:rPr lang="en-US" sz="2250" b="1" spc="9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lang="en-US" sz="2250" b="1" spc="95" dirty="0" err="1">
                  <a:solidFill>
                    <a:srgbClr val="00336A"/>
                  </a:solidFill>
                  <a:latin typeface="Tahoma"/>
                  <a:cs typeface="Tahoma"/>
                </a:rPr>
                <a:t>dengan</a:t>
              </a:r>
              <a:r>
                <a:rPr lang="en-US" sz="2250" b="1" spc="95" dirty="0">
                  <a:solidFill>
                    <a:srgbClr val="00336A"/>
                  </a:solidFill>
                  <a:latin typeface="Tahoma"/>
                  <a:cs typeface="Tahoma"/>
                </a:rPr>
                <a:t> scope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)</a:t>
              </a:r>
              <a:endParaRPr sz="2250" dirty="0">
                <a:latin typeface="Tahoma"/>
                <a:cs typeface="Tahoma"/>
              </a:endParaRPr>
            </a:p>
            <a:p>
              <a:pPr marL="786130" marR="743585" algn="just">
                <a:lnSpc>
                  <a:spcPts val="2550"/>
                </a:lnSpc>
                <a:spcBef>
                  <a:spcPts val="1120"/>
                </a:spcBef>
              </a:pPr>
              <a:r>
                <a:rPr lang="en-US" sz="2250" b="1" spc="-20" dirty="0">
                  <a:solidFill>
                    <a:srgbClr val="00336A"/>
                  </a:solidFill>
                  <a:latin typeface="Tahoma"/>
                  <a:cs typeface="Tahoma"/>
                </a:rPr>
                <a:t>Developer</a:t>
              </a:r>
              <a:r>
                <a:rPr sz="2250" b="1" spc="-4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40" dirty="0">
                  <a:solidFill>
                    <a:srgbClr val="00336A"/>
                  </a:solidFill>
                  <a:latin typeface="Tahoma"/>
                  <a:cs typeface="Tahoma"/>
                </a:rPr>
                <a:t>mulai</a:t>
              </a:r>
              <a:r>
                <a:rPr sz="2250" b="1" spc="-4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25" dirty="0">
                  <a:solidFill>
                    <a:srgbClr val="00336A"/>
                  </a:solidFill>
                  <a:latin typeface="Tahoma"/>
                  <a:cs typeface="Tahoma"/>
                </a:rPr>
                <a:t>mengerjakan</a:t>
              </a:r>
              <a:r>
                <a:rPr sz="2250" b="1" spc="-5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project</a:t>
              </a:r>
              <a:r>
                <a:rPr sz="2250" b="1" spc="-4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klien</a:t>
              </a:r>
              <a:r>
                <a:rPr sz="2250" b="1" spc="-4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70" dirty="0">
                  <a:solidFill>
                    <a:srgbClr val="00336A"/>
                  </a:solidFill>
                  <a:latin typeface="Tahoma"/>
                  <a:cs typeface="Tahoma"/>
                </a:rPr>
                <a:t>(Dilakukan</a:t>
              </a:r>
              <a:r>
                <a:rPr sz="2250" b="1" spc="-4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setelah</a:t>
              </a:r>
              <a:r>
                <a:rPr sz="2250" b="1" spc="-5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klien</a:t>
              </a:r>
              <a:r>
                <a:rPr sz="2250" b="1" spc="-4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menyelesaikan pembayaran</a:t>
              </a:r>
              <a:r>
                <a:rPr sz="2250" b="1" spc="-12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tahap</a:t>
              </a:r>
              <a:r>
                <a:rPr sz="2250" b="1" spc="-12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pertama).</a:t>
              </a:r>
              <a:endParaRPr sz="2250" dirty="0">
                <a:latin typeface="Tahoma"/>
                <a:cs typeface="Tahoma"/>
              </a:endParaRPr>
            </a:p>
            <a:p>
              <a:pPr marL="786130" marR="1708150">
                <a:lnSpc>
                  <a:spcPts val="2550"/>
                </a:lnSpc>
                <a:spcBef>
                  <a:spcPts val="1365"/>
                </a:spcBef>
              </a:pP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Setelah</a:t>
              </a:r>
              <a:r>
                <a:rPr sz="2250" b="1" spc="-3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pengerjaan</a:t>
              </a:r>
              <a:r>
                <a:rPr sz="2250" b="1" spc="-2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project</a:t>
              </a:r>
              <a:r>
                <a:rPr sz="2250" b="1" spc="-2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60" dirty="0" err="1">
                  <a:solidFill>
                    <a:srgbClr val="00336A"/>
                  </a:solidFill>
                  <a:latin typeface="Tahoma"/>
                  <a:cs typeface="Tahoma"/>
                </a:rPr>
                <a:t>selesai</a:t>
              </a:r>
              <a:r>
                <a:rPr lang="en-US" sz="2250" b="1" dirty="0">
                  <a:solidFill>
                    <a:srgbClr val="00336A"/>
                  </a:solidFill>
                  <a:latin typeface="Tahoma"/>
                  <a:cs typeface="Tahoma"/>
                </a:rPr>
                <a:t>, developer</a:t>
              </a:r>
              <a:r>
                <a:rPr sz="2250" b="1" spc="-3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20" dirty="0">
                  <a:solidFill>
                    <a:srgbClr val="00336A"/>
                  </a:solidFill>
                  <a:latin typeface="Tahoma"/>
                  <a:cs typeface="Tahoma"/>
                </a:rPr>
                <a:t>akan memberikan</a:t>
              </a:r>
              <a:r>
                <a:rPr sz="2250" b="1" spc="-7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 err="1">
                  <a:solidFill>
                    <a:srgbClr val="00336A"/>
                  </a:solidFill>
                  <a:latin typeface="Tahoma"/>
                  <a:cs typeface="Tahoma"/>
                </a:rPr>
                <a:t>seluruh</a:t>
              </a:r>
              <a:r>
                <a:rPr sz="2250" b="1" spc="-7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program</a:t>
              </a:r>
              <a:r>
                <a:rPr lang="en-US"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lang="en-US" sz="2250" b="1" spc="-10" dirty="0" err="1">
                  <a:solidFill>
                    <a:srgbClr val="00336A"/>
                  </a:solidFill>
                  <a:latin typeface="Tahoma"/>
                  <a:cs typeface="Tahoma"/>
                </a:rPr>
                <a:t>dalam</a:t>
              </a:r>
              <a:r>
                <a:rPr lang="en-US"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lang="en-US" sz="2250" b="1" spc="-10" dirty="0" err="1">
                  <a:solidFill>
                    <a:srgbClr val="00336A"/>
                  </a:solidFill>
                  <a:latin typeface="Tahoma"/>
                  <a:cs typeface="Tahoma"/>
                </a:rPr>
                <a:t>bentuk</a:t>
              </a:r>
              <a:r>
                <a:rPr lang="en-US"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lang="en-US" sz="2250" b="1" spc="-10" dirty="0" err="1">
                  <a:solidFill>
                    <a:srgbClr val="00336A"/>
                  </a:solidFill>
                  <a:latin typeface="Tahoma"/>
                  <a:cs typeface="Tahoma"/>
                </a:rPr>
                <a:t>Github</a:t>
              </a:r>
              <a:r>
                <a:rPr sz="2250" b="1" spc="-7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dan</a:t>
              </a:r>
              <a:r>
                <a:rPr sz="2250" b="1" spc="-6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hasil</a:t>
              </a:r>
              <a:r>
                <a:rPr sz="2250" b="1" spc="-7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output</a:t>
              </a:r>
              <a:r>
                <a:rPr sz="2250" b="1" spc="-7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project</a:t>
              </a:r>
              <a:r>
                <a:rPr sz="2250" b="1" spc="-6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55" dirty="0">
                  <a:solidFill>
                    <a:srgbClr val="00336A"/>
                  </a:solidFill>
                  <a:latin typeface="Tahoma"/>
                  <a:cs typeface="Tahoma"/>
                </a:rPr>
                <a:t>ke</a:t>
              </a:r>
              <a:r>
                <a:rPr sz="2250" b="1" spc="-7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klien.</a:t>
              </a:r>
              <a:endParaRPr sz="2250" dirty="0">
                <a:latin typeface="Tahoma"/>
                <a:cs typeface="Tahoma"/>
              </a:endParaRPr>
            </a:p>
            <a:p>
              <a:pPr marL="786130" marR="798830">
                <a:lnSpc>
                  <a:spcPts val="2550"/>
                </a:lnSpc>
                <a:spcBef>
                  <a:spcPts val="985"/>
                </a:spcBef>
              </a:pPr>
              <a:r>
                <a:rPr lang="en-US" sz="2250" b="1" spc="-20" dirty="0">
                  <a:solidFill>
                    <a:srgbClr val="00336A"/>
                  </a:solidFill>
                  <a:latin typeface="Tahoma"/>
                  <a:cs typeface="Tahoma"/>
                </a:rPr>
                <a:t>Developer</a:t>
              </a:r>
              <a:r>
                <a:rPr sz="2250" b="1" spc="-9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akan</a:t>
              </a:r>
              <a:r>
                <a:rPr sz="2250" b="1" spc="-9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20" dirty="0">
                  <a:solidFill>
                    <a:srgbClr val="00336A"/>
                  </a:solidFill>
                  <a:latin typeface="Tahoma"/>
                  <a:cs typeface="Tahoma"/>
                </a:rPr>
                <a:t>memberikan</a:t>
              </a:r>
              <a:r>
                <a:rPr sz="2250" b="1" spc="-9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penjelasan</a:t>
              </a:r>
              <a:r>
                <a:rPr sz="2250" b="1" spc="-9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55" dirty="0">
                  <a:solidFill>
                    <a:srgbClr val="00336A"/>
                  </a:solidFill>
                  <a:latin typeface="Tahoma"/>
                  <a:cs typeface="Tahoma"/>
                </a:rPr>
                <a:t>step</a:t>
              </a:r>
              <a:r>
                <a:rPr sz="2250" b="1" spc="-9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by</a:t>
              </a:r>
              <a:r>
                <a:rPr sz="2250" b="1" spc="-9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55" dirty="0">
                  <a:solidFill>
                    <a:srgbClr val="00336A"/>
                  </a:solidFill>
                  <a:latin typeface="Tahoma"/>
                  <a:cs typeface="Tahoma"/>
                </a:rPr>
                <a:t>step</a:t>
              </a:r>
              <a:r>
                <a:rPr sz="2250" b="1" spc="-9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20" dirty="0">
                  <a:solidFill>
                    <a:srgbClr val="00336A"/>
                  </a:solidFill>
                  <a:latin typeface="Tahoma"/>
                  <a:cs typeface="Tahoma"/>
                </a:rPr>
                <a:t>dari</a:t>
              </a:r>
              <a:r>
                <a:rPr sz="2250" b="1" spc="-9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awal</a:t>
              </a:r>
              <a:r>
                <a:rPr sz="2250" b="1" spc="-9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sampai</a:t>
              </a:r>
              <a:r>
                <a:rPr sz="2250" b="1" spc="-9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40" dirty="0">
                  <a:solidFill>
                    <a:srgbClr val="00336A"/>
                  </a:solidFill>
                  <a:latin typeface="Tahoma"/>
                  <a:cs typeface="Tahoma"/>
                </a:rPr>
                <a:t>akhir</a:t>
              </a:r>
              <a:r>
                <a:rPr sz="2250" b="1" spc="-9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dalam pengerjaan</a:t>
              </a:r>
              <a:r>
                <a:rPr sz="2250" b="1" spc="-15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project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tersebut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serta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 melakukan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Setup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 </a:t>
              </a:r>
              <a:r>
                <a:rPr sz="2250" b="1" dirty="0">
                  <a:solidFill>
                    <a:srgbClr val="00336A"/>
                  </a:solidFill>
                  <a:latin typeface="Tahoma"/>
                  <a:cs typeface="Tahoma"/>
                </a:rPr>
                <a:t>dan</a:t>
              </a: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 Developement</a:t>
              </a:r>
              <a:endParaRPr sz="2250" dirty="0">
                <a:latin typeface="Tahoma"/>
                <a:cs typeface="Tahoma"/>
              </a:endParaRPr>
            </a:p>
            <a:p>
              <a:pPr marL="786130">
                <a:lnSpc>
                  <a:spcPct val="100000"/>
                </a:lnSpc>
                <a:spcBef>
                  <a:spcPts val="1305"/>
                </a:spcBef>
              </a:pPr>
              <a:r>
                <a:rPr sz="2250" b="1" spc="-10" dirty="0">
                  <a:solidFill>
                    <a:srgbClr val="00336A"/>
                  </a:solidFill>
                  <a:latin typeface="Tahoma"/>
                  <a:cs typeface="Tahoma"/>
                </a:rPr>
                <a:t>SELESAI</a:t>
              </a:r>
              <a:endParaRPr sz="2250" dirty="0">
                <a:latin typeface="Tahoma"/>
                <a:cs typeface="Tahoma"/>
              </a:endParaRPr>
            </a:p>
            <a:p>
              <a:pPr>
                <a:lnSpc>
                  <a:spcPct val="100000"/>
                </a:lnSpc>
                <a:spcBef>
                  <a:spcPts val="545"/>
                </a:spcBef>
              </a:pPr>
              <a:endParaRPr sz="2250" dirty="0">
                <a:latin typeface="Tahoma"/>
                <a:cs typeface="Tahoma"/>
              </a:endParaRPr>
            </a:p>
            <a:p>
              <a:pPr marL="12700" marR="1270000">
                <a:lnSpc>
                  <a:spcPct val="115100"/>
                </a:lnSpc>
              </a:pPr>
              <a:r>
                <a:rPr sz="1900" b="1" spc="114" dirty="0">
                  <a:latin typeface="Trebuchet MS"/>
                  <a:cs typeface="Trebuchet MS"/>
                </a:rPr>
                <a:t>*Note</a:t>
              </a:r>
              <a:r>
                <a:rPr sz="1900" b="1" spc="-155" dirty="0">
                  <a:latin typeface="Trebuchet MS"/>
                  <a:cs typeface="Trebuchet MS"/>
                </a:rPr>
                <a:t> </a:t>
              </a:r>
              <a:r>
                <a:rPr lang="en-US" sz="1900" b="1" spc="-30" dirty="0">
                  <a:latin typeface="Trebuchet MS"/>
                  <a:cs typeface="Trebuchet MS"/>
                </a:rPr>
                <a:t>1</a:t>
              </a:r>
              <a:r>
                <a:rPr sz="1900" b="1" spc="-150" dirty="0">
                  <a:latin typeface="Trebuchet MS"/>
                  <a:cs typeface="Trebuchet MS"/>
                </a:rPr>
                <a:t> </a:t>
              </a:r>
              <a:r>
                <a:rPr sz="1900" b="1" spc="-170" dirty="0">
                  <a:latin typeface="Trebuchet MS"/>
                  <a:cs typeface="Trebuchet MS"/>
                </a:rPr>
                <a:t>:</a:t>
              </a:r>
              <a:r>
                <a:rPr sz="1900" b="1" spc="-150" dirty="0">
                  <a:latin typeface="Trebuchet MS"/>
                  <a:cs typeface="Trebuchet MS"/>
                </a:rPr>
                <a:t> </a:t>
              </a:r>
              <a:r>
                <a:rPr sz="1900" b="1" spc="195" dirty="0">
                  <a:latin typeface="Trebuchet MS"/>
                  <a:cs typeface="Trebuchet MS"/>
                </a:rPr>
                <a:t>Harga</a:t>
              </a:r>
              <a:r>
                <a:rPr sz="1900" b="1" spc="-150" dirty="0">
                  <a:latin typeface="Trebuchet MS"/>
                  <a:cs typeface="Trebuchet MS"/>
                </a:rPr>
                <a:t> </a:t>
              </a:r>
              <a:r>
                <a:rPr sz="1900" b="1" spc="175" dirty="0">
                  <a:latin typeface="Trebuchet MS"/>
                  <a:cs typeface="Trebuchet MS"/>
                </a:rPr>
                <a:t>bisa</a:t>
              </a:r>
              <a:r>
                <a:rPr sz="1900" b="1" spc="-150" dirty="0">
                  <a:latin typeface="Trebuchet MS"/>
                  <a:cs typeface="Trebuchet MS"/>
                </a:rPr>
                <a:t> </a:t>
              </a:r>
              <a:r>
                <a:rPr sz="1900" b="1" spc="150" dirty="0">
                  <a:latin typeface="Trebuchet MS"/>
                  <a:cs typeface="Trebuchet MS"/>
                </a:rPr>
                <a:t>berubah</a:t>
              </a:r>
              <a:r>
                <a:rPr sz="1900" b="1" spc="-150" dirty="0">
                  <a:latin typeface="Trebuchet MS"/>
                  <a:cs typeface="Trebuchet MS"/>
                </a:rPr>
                <a:t> </a:t>
              </a:r>
              <a:r>
                <a:rPr sz="1900" b="1" spc="165" dirty="0">
                  <a:latin typeface="Trebuchet MS"/>
                  <a:cs typeface="Trebuchet MS"/>
                </a:rPr>
                <a:t>sesuai</a:t>
              </a:r>
              <a:r>
                <a:rPr sz="1900" b="1" spc="-155" dirty="0">
                  <a:latin typeface="Trebuchet MS"/>
                  <a:cs typeface="Trebuchet MS"/>
                </a:rPr>
                <a:t> </a:t>
              </a:r>
              <a:r>
                <a:rPr sz="1900" b="1" spc="200" dirty="0">
                  <a:latin typeface="Trebuchet MS"/>
                  <a:cs typeface="Trebuchet MS"/>
                </a:rPr>
                <a:t>dengan</a:t>
              </a:r>
              <a:r>
                <a:rPr sz="1900" b="1" spc="-150" dirty="0">
                  <a:latin typeface="Trebuchet MS"/>
                  <a:cs typeface="Trebuchet MS"/>
                </a:rPr>
                <a:t> </a:t>
              </a:r>
              <a:r>
                <a:rPr sz="1900" b="1" spc="130" dirty="0">
                  <a:latin typeface="Trebuchet MS"/>
                  <a:cs typeface="Trebuchet MS"/>
                </a:rPr>
                <a:t>tingkat</a:t>
              </a:r>
              <a:r>
                <a:rPr sz="1900" b="1" spc="-150" dirty="0">
                  <a:latin typeface="Trebuchet MS"/>
                  <a:cs typeface="Trebuchet MS"/>
                </a:rPr>
                <a:t> </a:t>
              </a:r>
              <a:r>
                <a:rPr sz="1900" b="1" spc="114" dirty="0">
                  <a:latin typeface="Trebuchet MS"/>
                  <a:cs typeface="Trebuchet MS"/>
                </a:rPr>
                <a:t>kesulitan</a:t>
              </a:r>
              <a:r>
                <a:rPr sz="1900" b="1" spc="-150" dirty="0">
                  <a:latin typeface="Trebuchet MS"/>
                  <a:cs typeface="Trebuchet MS"/>
                </a:rPr>
                <a:t> </a:t>
              </a:r>
              <a:r>
                <a:rPr sz="1900" b="1" spc="204" dirty="0">
                  <a:latin typeface="Trebuchet MS"/>
                  <a:cs typeface="Trebuchet MS"/>
                </a:rPr>
                <a:t>dan</a:t>
              </a:r>
              <a:r>
                <a:rPr sz="1900" b="1" spc="-150" dirty="0">
                  <a:latin typeface="Trebuchet MS"/>
                  <a:cs typeface="Trebuchet MS"/>
                </a:rPr>
                <a:t> </a:t>
              </a:r>
              <a:r>
                <a:rPr sz="1900" b="1" spc="150" dirty="0">
                  <a:latin typeface="Trebuchet MS"/>
                  <a:cs typeface="Trebuchet MS"/>
                </a:rPr>
                <a:t>permintaan</a:t>
              </a:r>
              <a:r>
                <a:rPr sz="1900" b="1" spc="-150" dirty="0">
                  <a:latin typeface="Trebuchet MS"/>
                  <a:cs typeface="Trebuchet MS"/>
                </a:rPr>
                <a:t> </a:t>
              </a:r>
              <a:r>
                <a:rPr sz="1900" b="1" dirty="0">
                  <a:latin typeface="Trebuchet MS"/>
                  <a:cs typeface="Trebuchet MS"/>
                </a:rPr>
                <a:t>fitur</a:t>
              </a:r>
              <a:r>
                <a:rPr sz="1900" b="1" spc="-155" dirty="0">
                  <a:latin typeface="Trebuchet MS"/>
                  <a:cs typeface="Trebuchet MS"/>
                </a:rPr>
                <a:t> </a:t>
              </a:r>
              <a:r>
                <a:rPr sz="1900" b="1" spc="215" dirty="0">
                  <a:latin typeface="Trebuchet MS"/>
                  <a:cs typeface="Trebuchet MS"/>
                </a:rPr>
                <a:t>tambahan</a:t>
              </a:r>
              <a:r>
                <a:rPr sz="1900" b="1" spc="-150" dirty="0">
                  <a:latin typeface="Trebuchet MS"/>
                  <a:cs typeface="Trebuchet MS"/>
                </a:rPr>
                <a:t> </a:t>
              </a:r>
              <a:r>
                <a:rPr sz="1900" b="1" spc="90" dirty="0">
                  <a:latin typeface="Trebuchet MS"/>
                  <a:cs typeface="Trebuchet MS"/>
                </a:rPr>
                <a:t>oleh</a:t>
              </a:r>
              <a:r>
                <a:rPr sz="1900" b="1" spc="-150" dirty="0">
                  <a:latin typeface="Trebuchet MS"/>
                  <a:cs typeface="Trebuchet MS"/>
                </a:rPr>
                <a:t> </a:t>
              </a:r>
              <a:r>
                <a:rPr sz="1900" b="1" spc="60" dirty="0">
                  <a:latin typeface="Trebuchet MS"/>
                  <a:cs typeface="Trebuchet MS"/>
                </a:rPr>
                <a:t>klien </a:t>
              </a:r>
              <a:r>
                <a:rPr sz="1900" b="1" spc="220" dirty="0">
                  <a:latin typeface="Trebuchet MS"/>
                  <a:cs typeface="Trebuchet MS"/>
                </a:rPr>
                <a:t>dalam</a:t>
              </a:r>
              <a:r>
                <a:rPr sz="1900" b="1" spc="-145" dirty="0">
                  <a:latin typeface="Trebuchet MS"/>
                  <a:cs typeface="Trebuchet MS"/>
                </a:rPr>
                <a:t> </a:t>
              </a:r>
              <a:r>
                <a:rPr sz="1900" b="1" spc="145" dirty="0">
                  <a:latin typeface="Trebuchet MS"/>
                  <a:cs typeface="Trebuchet MS"/>
                </a:rPr>
                <a:t>proses</a:t>
              </a:r>
              <a:r>
                <a:rPr sz="1900" b="1" spc="-145" dirty="0">
                  <a:latin typeface="Trebuchet MS"/>
                  <a:cs typeface="Trebuchet MS"/>
                </a:rPr>
                <a:t> </a:t>
              </a:r>
              <a:r>
                <a:rPr sz="1900" b="1" spc="135" dirty="0">
                  <a:latin typeface="Trebuchet MS"/>
                  <a:cs typeface="Trebuchet MS"/>
                </a:rPr>
                <a:t>pengerjaan</a:t>
              </a:r>
              <a:r>
                <a:rPr sz="1900" b="1" spc="-145" dirty="0">
                  <a:latin typeface="Trebuchet MS"/>
                  <a:cs typeface="Trebuchet MS"/>
                </a:rPr>
                <a:t> </a:t>
              </a:r>
              <a:r>
                <a:rPr sz="1900" b="1" spc="50" dirty="0">
                  <a:latin typeface="Trebuchet MS"/>
                  <a:cs typeface="Trebuchet MS"/>
                </a:rPr>
                <a:t>project</a:t>
              </a:r>
              <a:endParaRPr sz="1900" dirty="0">
                <a:latin typeface="Trebuchet MS"/>
                <a:cs typeface="Trebuchet M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112343E-F397-5560-78BB-49D287BAB9A5}"/>
              </a:ext>
            </a:extLst>
          </p:cNvPr>
          <p:cNvSpPr txBox="1"/>
          <p:nvPr/>
        </p:nvSpPr>
        <p:spPr>
          <a:xfrm>
            <a:off x="1524001" y="8212278"/>
            <a:ext cx="358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Eka Surya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A71E29-D2A1-7341-72EC-DDBE3F1039B0}"/>
              </a:ext>
            </a:extLst>
          </p:cNvPr>
          <p:cNvSpPr txBox="1"/>
          <p:nvPr/>
        </p:nvSpPr>
        <p:spPr>
          <a:xfrm>
            <a:off x="1524001" y="9452911"/>
            <a:ext cx="358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Developer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CC7B193-EDAF-C625-8DD0-8E8035A7B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547" y="8672916"/>
            <a:ext cx="1238307" cy="9503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263</Words>
  <Application>Microsoft Macintosh PowerPoint</Application>
  <PresentationFormat>Custom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Open Sauce Bold</vt:lpstr>
      <vt:lpstr>Play</vt:lpstr>
      <vt:lpstr>Arial</vt:lpstr>
      <vt:lpstr>Calibri</vt:lpstr>
      <vt:lpstr>ITC Avant Garde Gothic Bold</vt:lpstr>
      <vt:lpstr>Tahoma</vt:lpstr>
      <vt:lpstr>Gotham Bold</vt:lpstr>
      <vt:lpstr>Play Bold</vt:lpstr>
      <vt:lpstr>Trebuchet MS</vt:lpstr>
      <vt:lpstr>Office Theme</vt:lpstr>
      <vt:lpstr>PowerPoint Presentation</vt:lpstr>
      <vt:lpstr>PowerPoint Presentation</vt:lpstr>
      <vt:lpstr>Cost</vt:lpstr>
      <vt:lpstr>Flow Dealing Project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For Company</dc:title>
  <cp:lastModifiedBy>Putu Eka Surya Aditya</cp:lastModifiedBy>
  <cp:revision>5</cp:revision>
  <dcterms:created xsi:type="dcterms:W3CDTF">2006-08-16T00:00:00Z</dcterms:created>
  <dcterms:modified xsi:type="dcterms:W3CDTF">2026-05-01T04:52:12Z</dcterms:modified>
  <dc:identifier>DAHBpRVd860</dc:identifier>
</cp:coreProperties>
</file>